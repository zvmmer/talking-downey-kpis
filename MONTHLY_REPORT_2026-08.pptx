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C9A227"/>
                </a:solidFill>
                <a:latin typeface="Helvetica Neue"/>
              </a:rPr>
              <a:t>AUGUST 2026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FCF6F5"/>
                </a:solidFill>
                <a:latin typeface="Georgia"/>
              </a:rPr>
              <a:t>The exploration month — powder dry, muscle memory intact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Tracking period: Aug 1 – Aug 31,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Comparison baseline: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4 platforms · IG · TikTok · Facebook · 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Prepared by Zhamir Pascual —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SINCE JUNE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Everything the show has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Cumulative totals from launch through today. Whatever the month looked like, this is the body of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237744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2377440"/>
            <a:ext cx="54864" cy="21945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7432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2F3C7E"/>
                </a:solidFill>
                <a:latin typeface="Georgia"/>
              </a:rPr>
              <a:t>435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8404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POSTS PUBLISHED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8367" y="237744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8367" y="2377440"/>
            <a:ext cx="54864" cy="21945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1247" y="27432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2E86AB"/>
                </a:solidFill>
                <a:latin typeface="Georgia"/>
              </a:rPr>
              <a:t>517,811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247" y="38404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237744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7287" y="2377440"/>
            <a:ext cx="54864" cy="21945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7432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990011"/>
                </a:solidFill>
                <a:latin typeface="Georgia"/>
              </a:rPr>
              <a:t>16,568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8404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TOTAL LIKES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6207" y="237744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6207" y="2377440"/>
            <a:ext cx="54864" cy="21945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9087" y="27432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1B7A43"/>
                </a:solidFill>
                <a:latin typeface="Georgia"/>
              </a:rPr>
              <a:t>932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9087" y="38404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TOTAL COMMENTS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327" y="49377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27" y="5212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1833"/>
                </a:solidFill>
                <a:latin typeface="Georgia"/>
              </a:rPr>
              <a:t>229,291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327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129 posts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1247" y="49377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1247" y="5212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1833"/>
                </a:solidFill>
                <a:latin typeface="Georgia"/>
              </a:rPr>
              <a:t>147,758 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247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140 posts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49377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FACEBOOK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5212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1833"/>
                </a:solidFill>
                <a:latin typeface="Georgia"/>
              </a:rPr>
              <a:t>138,903 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153 posts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9087" y="49377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YOUTUBE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9087" y="5212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1833"/>
                </a:solidFill>
                <a:latin typeface="Georgia"/>
              </a:rPr>
              <a:t>1,859 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9087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13 posts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One episode. Three months. Four platforms. The catalog is the moat — every reel keeps working after the algorithm moves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JULY → AUGUST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The exploration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Volume mostly held. Reach softened. No scandal swings taken — the viral engine sat on the bench while the show tried new formats.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C9A227"/>
                </a:solidFill>
                <a:latin typeface="Georgia"/>
              </a:rPr>
              <a:t>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F3C7E"/>
                </a:solidFill>
                <a:latin typeface="Helvetica Neue"/>
              </a:rPr>
              <a:t>posts in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082"/>
                </a:solidFill>
                <a:latin typeface="Helvetica Neue"/>
              </a:rPr>
              <a:t>(163 in July · -13%)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9456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194560"/>
            <a:ext cx="73152" cy="1097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3042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TOTAL 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41833"/>
                </a:solidFill>
                <a:latin typeface="Georgia"/>
              </a:rPr>
              <a:t>207,858 → 89,551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5603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▼ -57%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017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views across all platforms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47472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474720"/>
            <a:ext cx="73152" cy="1097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5844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AVG VIEWS / 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40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41833"/>
                </a:solidFill>
                <a:latin typeface="Georgia"/>
              </a:rPr>
              <a:t>1,275 → 635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8404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▼ -50%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2976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reach per piece of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79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754879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86460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SCANDAL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206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41833"/>
                </a:solidFill>
                <a:latin typeface="Georgia"/>
              </a:rPr>
              <a:t>0 →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1206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6B7082"/>
                </a:solidFill>
                <a:latin typeface="Helvetica Neue"/>
              </a:rPr>
              <a:t>▬ 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no swings taken this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6035040"/>
            <a:ext cx="5120640" cy="82296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6035040"/>
            <a:ext cx="73152" cy="82296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61264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THE EXPLORATION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6400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13 different lanes got posts — the biggest carried only 23% of views.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No swings, no home runs. But the catalog kept growing and the food + community lanes quietly held their averages.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PLATFORM-BY-PLATFORM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Where reach softened — and where it didn't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Total views per platform in August vs the July baseline. Facebook actually held up best by average reach per post — unusual for this show.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2286000"/>
            <a:ext cx="54864" cy="3474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26,453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August views (44 posts)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32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32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JULY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48,359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32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(54 posts)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836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8367" y="2286000"/>
            <a:ext cx="54864" cy="3474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124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24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25,723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24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August views (42 posts)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24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124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JULY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113,125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24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(50 posts)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2286000"/>
            <a:ext cx="54864" cy="3474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16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FACEBOOK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36,826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August views (50 posts)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16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016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JULY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45,898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(55 posts)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620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6207" y="2286000"/>
            <a:ext cx="54864" cy="3474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908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9A227"/>
                </a:solidFill>
                <a:latin typeface="Helvetica Neue"/>
              </a:rPr>
              <a:t>YOUTUBE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908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549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08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August views (5 posts)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908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5908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JULY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908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908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(4 posts)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Facebook held its ground on average reach. TikTok still leads absolute views but softened. IG took the biggest hit.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CONTENT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What August looked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Average views per post by category. The show explored — reach spread across many lanes instead of one pillar.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58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6587" y="2103120"/>
            <a:ext cx="54864" cy="17373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1,121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18 posts · 20,178 total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550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5507" y="2103120"/>
            <a:ext cx="54864" cy="17373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38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3C7E"/>
                </a:solidFill>
                <a:latin typeface="Helvetica Neue"/>
              </a:rPr>
              <a:t>JUDICIAL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466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38 posts · 17,716 total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442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4864" cy="173736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730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41833"/>
                </a:solidFill>
                <a:latin typeface="Helvetica Neue"/>
              </a:rPr>
              <a:t>COMMUNITY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983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13 posts · 12,785 total 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334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3347" y="2103120"/>
            <a:ext cx="54864" cy="1737360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622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SPORTS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22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776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622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622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14 posts · 10,865 total 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658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6587" y="3977639"/>
            <a:ext cx="54864" cy="17373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46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3C7E"/>
                </a:solidFill>
                <a:latin typeface="Helvetica Neue"/>
              </a:rPr>
              <a:t>CITY HALL &amp; CIVIC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46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644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46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46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13 posts · 8,369 total 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7550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75507" y="3977639"/>
            <a:ext cx="54864" cy="17373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5838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3C7E"/>
                </a:solidFill>
                <a:latin typeface="Helvetica Neue"/>
              </a:rPr>
              <a:t>STATE 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838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566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838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838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12 posts · 6,791 total views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442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64427" y="3977639"/>
            <a:ext cx="54864" cy="17373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730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86AB"/>
                </a:solidFill>
                <a:latin typeface="Helvetica Neue"/>
              </a:rPr>
              <a:t>LEADERSHIP &amp; LIFE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730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312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730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730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15 posts · 4,686 total views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5334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53347" y="3977639"/>
            <a:ext cx="54864" cy="17373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3622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3C7E"/>
                </a:solidFill>
                <a:latin typeface="Helvetica Neue"/>
              </a:rPr>
              <a:t>ELECTIONS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622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618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622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622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5 posts · 3,090 total 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Food, Judicial, Community Local led August. Sports, City Hall and State Policy showed up as real lanes — the month spread out rather than drifted.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BREAKOUTS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Top August posts by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Ranked across all platforms. Restaurant reviews and hyperlocal Downey stories led — no scandal or viral event in the top slots.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15568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042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304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4864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614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7614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Discover My Home, a beloved Chinese restaurant in Downey. Their Mongolian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761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4,999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61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761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08960"/>
            <a:ext cx="54864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8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2186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 candidate's DSA membership raises questions about their loyalties. Pledgi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218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4,046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186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218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Judicial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66160"/>
            <a:ext cx="54864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758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67588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675887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Downey is a built-out city, but Sacramento requires us to build 6,100 new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67588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3,520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67588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675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Community Local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233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33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133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1330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My Home Chinese food review: Mongolian beef, dumplings, orange chicken, 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1330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2,900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1330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133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590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590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45902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UCLA forever! Lifetime member since the 80s, and yes, the mixed marriage (w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590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2,269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590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590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Sports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047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0474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0474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The Newsom administration and Rob Bonta's lawsuit against the federal gover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0" y="5047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2,253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047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99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Political Individual 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504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5504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5046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 proposed 145-unit residential condominium project on 6.1 acres is raising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0" y="5504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2,225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5046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5504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Community Local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9618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961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9618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Stuck on Fairford for nearly two and a half hours today. What started quiet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0" y="5961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1,635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59618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5961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City Governance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ceiling was lower, but the mix is healthy — food, development, community, judicial all represented.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THE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eorgia"/>
              </a:rPr>
              <a:t>Powder dry, not powder gone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CF6F5"/>
                </a:solidFill>
                <a:latin typeface="Helvetica Neue"/>
              </a:rPr>
              <a:t>August was intentional exploration. No scandal chased, no viral event to ride. The reels grind held, the catalog grew, and food + community lanes kept per-post reach comparable to July. The pillar to reclaim in September isn't necessarily heat — it's any pillar. Posts spread across 13 lanes with none carrying the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CF6F5"/>
                </a:solidFill>
                <a:latin typeface="Helvetica Neue"/>
              </a:rPr>
              <a:t>—  July posts: 163  →  August posts: 141 (volume mostly held)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4728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CF6F5"/>
                </a:solidFill>
                <a:latin typeface="Helvetica Neue"/>
              </a:rPr>
              <a:t>—  Total reach softened -57% — 207,858 → 89,551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4845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CF6F5"/>
                </a:solidFill>
                <a:latin typeface="Helvetica Neue"/>
              </a:rPr>
              <a:t>—  #1 August post: [FB] 4,999 views — "Discover My Home, a beloved Chinese restaurant in Downey. Th"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962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CF6F5"/>
                </a:solidFill>
                <a:latin typeface="Helvetica Neue"/>
              </a:rPr>
              <a:t>—  Strongest lane (excl. "other"): Food — 18 posts, 20,178 total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CF6F5"/>
                </a:solidFill>
                <a:latin typeface="Helvetica Neue"/>
              </a:rPr>
              <a:t>—  Highest avg reach by platform: Facebook (unusual — Facebook led in August)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CF6F5"/>
                </a:solidFill>
                <a:latin typeface="Helvetica Neue"/>
              </a:rPr>
              <a:t>—  Scandal posts this month: 0 (viral engine sat out — no swings taken)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5312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FCF6F5"/>
                </a:solidFill>
                <a:latin typeface="Helvetica Neue"/>
              </a:rPr>
              <a:t>—  Cumulative since June 8: 435 posts · 517,811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WHAT TO ASK THE SPONSOR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Do we pick a September pillar — or keep exploring?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