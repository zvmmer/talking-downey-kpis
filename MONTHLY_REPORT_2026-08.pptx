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AUGUST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The exploration month — powder dry, muscle memory intact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Aug 1 – Aug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SINCE JUNE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launch through today. Whatever the month looked like, this is the body of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377440"/>
            <a:ext cx="260604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377440"/>
            <a:ext cx="54864" cy="21945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74320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2F3C7E"/>
                </a:solidFill>
                <a:latin typeface="Georgia"/>
              </a:rPr>
              <a:t>407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38404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98367" y="2377440"/>
            <a:ext cx="260604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98367" y="2377440"/>
            <a:ext cx="54864" cy="21945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1247" y="274320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2E86AB"/>
                </a:solidFill>
                <a:latin typeface="Georgia"/>
              </a:rPr>
              <a:t>496,723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247" y="38404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377440"/>
            <a:ext cx="260604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7287" y="2377440"/>
            <a:ext cx="54864" cy="21945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274320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990011"/>
                </a:solidFill>
                <a:latin typeface="Georgia"/>
              </a:rPr>
              <a:t>15,732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38404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6207" y="2377440"/>
            <a:ext cx="260604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76207" y="2377440"/>
            <a:ext cx="54864" cy="21945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9087" y="274320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>
                <a:solidFill>
                  <a:srgbClr val="1B7A43"/>
                </a:solidFill>
                <a:latin typeface="Georgia"/>
              </a:rPr>
              <a:t>875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9087" y="38404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327" y="49377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5212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41833"/>
                </a:solidFill>
                <a:latin typeface="Georgia"/>
              </a:rPr>
              <a:t>224,929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327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120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1247" y="49377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1247" y="5212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41833"/>
                </a:solidFill>
                <a:latin typeface="Georgia"/>
              </a:rPr>
              <a:t>138,764 views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1247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131 posts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49377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FACEBOOK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5212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41833"/>
                </a:solidFill>
                <a:latin typeface="Georgia"/>
              </a:rPr>
              <a:t>131,722 views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144 posts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49377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YOUTUBE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521208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41833"/>
                </a:solidFill>
                <a:latin typeface="Georgia"/>
              </a:rPr>
              <a:t>1,308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 posts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episode. Three months. Four platforms. The catalog is the moat — every reel keeps working after the algorithm moves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JULY → AUGUST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exploration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Volume mostly held. Reach softened. No scandal swings taken — the viral engine sat on the bench while the show tried new formats.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C9A227"/>
                </a:solidFill>
                <a:latin typeface="Georgia"/>
              </a:rPr>
              <a:t>113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(163 in July · -31%)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0428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TOTAL REACH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560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41833"/>
                </a:solidFill>
                <a:latin typeface="Georgia"/>
              </a:rPr>
              <a:t>207,754 → 68,663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5603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-67%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017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views across all platforms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5844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AVG VIEWS / POST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0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41833"/>
                </a:solidFill>
                <a:latin typeface="Georgia"/>
              </a:rPr>
              <a:t>1,275 → 608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84048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-52%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97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reach per piece of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6460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SCANDAL 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206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41833"/>
                </a:solidFill>
                <a:latin typeface="Georgia"/>
              </a:rPr>
              <a:t>0 →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51206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6B7082"/>
                </a:solidFill>
                <a:latin typeface="Helvetica Neue"/>
              </a:rPr>
              <a:t>▬ 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778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no swings taken this month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6035040"/>
            <a:ext cx="5120640" cy="82296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6035040"/>
            <a:ext cx="73152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612648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THE EXPLORATION SIGNAL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40080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64 of 113 posts (57%) landed in "other" — no defined pillar.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No swings, no home runs. But the catalog kept growing and the food + community lanes quietly held their averages.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reach softened — and where it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August vs the July baseline. Facebook actually held up best by average reach per post — unusual for this show.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17,459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August views (35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JULY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48,359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(54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21,361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August views (33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JULY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113,125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(50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29,645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August views (41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JULY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45,898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(55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198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August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JULY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372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Facebook held its ground on average reach. TikTok still leads absolute views but softened. IG took the biggest hit.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August looked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by category. The show explored — most posts didn't map to a defined pillar.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 (UNMAPPED)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64 posts · 31,008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1,134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16 posts · 18,136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983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13 posts · 12,785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260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2,862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981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 posts · 1,962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LEGISLATION 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579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 posts · 1,736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 posts · 174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MILITARY SERVICE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 posts · 0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Food + Community Local kept working at July-comparable per-post reach. The taxonomy needs new tags to catch what "other" actually was.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August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Restaurant reviews and hyperlocal Downey stories led — no scandal or viral event in the top slots.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4,999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3,520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My Home Chinese food review: Mongolian beef, dumplings, orange chicken, 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2,225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Stuck on Fairford for nearly two and a half hours today. What started quiet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1,635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UCLA forever! Lifetime member since the 80s, and yes, the mixed marriage (w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1,484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the surprising truth about the NFL's structure. Learn how a losing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1,459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Downey has some incredible spots, and La Chula Mexican Food is one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1,448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ceiling was lower, but the mix is healthy — food, development, community, judicial all represented.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Powder dry, not powder gone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August was intentional exploration. No scandal chased, no viral event to ride. The reels grind held, the catalog grew, and food + community lanes kept per-post reach comparable to July. The pillar to reclaim in September isn't necessarily heat — it's any pillar. 57% "other" means the show drifted without a spine.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July posts: 163  →  August posts: 113 (volume mostly held)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47288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Total reach softened −67% — 207,754 → 68,663 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48456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#1 August post: [FB] 4,999 views — "Discover My Home, a beloved Chinese restaurant in Downey. Th"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9624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Strongest lane (excl. "other"): Food — 16 posts, 18,136 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0791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Highest avg reach by platform: Facebook (unusual — Facebook led in August)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Scandal posts this month: 0 (viral engine sat out — no swings taken)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53128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CF6F5"/>
                </a:solidFill>
                <a:latin typeface="Helvetica Neue"/>
              </a:rPr>
              <a:t>—  Cumulative since June 8: 407 posts · 496,723 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Do we pick a September pillar — or keep exploring?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