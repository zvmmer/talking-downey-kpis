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Helvetica Neue"/>
              </a:rPr>
              <a:t>JULY 2026 PERFORMANCE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Brand momentum — widening the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Tracking period: Jul 1 – Jul 31,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Comparison baseline: June 2026 (16-day launch window)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 platforms · IG · TikTok · Facebook · YouTube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Kaname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JUNE → JULY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month the show broadened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Same brand. Wider net. Political content still runs — but Downey growth stories and American pride content joined the top tier.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2E86AB"/>
                </a:solidFill>
                <a:latin typeface="Georgia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2F3C7E"/>
                </a:solidFill>
                <a:latin typeface="Helvetica Neue"/>
              </a:rPr>
              <a:t>posts in July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7082"/>
                </a:solidFill>
                <a:latin typeface="Helvetica Neue"/>
              </a:rPr>
              <a:t>(131 in June baseline window)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194560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2194560"/>
            <a:ext cx="73152" cy="109728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TRUTH &amp; SCANDAL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60604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2,698 →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260604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718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474720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3474720"/>
            <a:ext cx="73152" cy="109728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3611879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PERSONALITY HIGHLIGHTS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88620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1,121 → 515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388620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-54%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25195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754879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754879"/>
            <a:ext cx="73152" cy="10972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8920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AMERICAN PRIDE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5166359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632 → 491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5166359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-22%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553211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show is no longer a one-note engine. Positive lanes are earning their seat at the table.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PLATFORM-BY-PLATFORM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audience is showing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per platform in the July window vs. the June baseline window. Positive = platform is still climbing.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44,836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(33 posts)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32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32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32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72,946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32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(42 posts)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836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9836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8124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TIKTOK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41,546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(30 posts)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8124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8124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8124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90,443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8124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(37 posts)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8728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016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FACEBOOK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016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25,984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(34 posts)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7016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016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016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56,179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016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(48 posts)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7620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7620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5908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YOUTUBE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5908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200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5908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(3 posts)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5908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5908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5908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707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5908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 posts)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IG remains the workhorse. YouTube is the new signal — each episode is a compounding asset, not a spike.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CONTENT 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we posted in July, and how it performed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Average views per post across all platforms. Higher = more reach per piece.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8658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86587" y="2103120"/>
            <a:ext cx="54864" cy="1737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946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946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5,623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946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46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10 posts · 56,234 total views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550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75507" y="2103120"/>
            <a:ext cx="54864" cy="17373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5838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OTHER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838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658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838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838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35 posts · 23,033 total views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6442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64427" y="2103120"/>
            <a:ext cx="54864" cy="17373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730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730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913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730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730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9 posts · 8,214 total views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5334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53347" y="2103120"/>
            <a:ext cx="54864" cy="17373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3622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JUDICIAL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622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622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622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17 posts · 6,834 total views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658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86587" y="3977639"/>
            <a:ext cx="54864" cy="17373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946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946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1,200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946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46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4 posts · 4,802 total views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7550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75507" y="3977639"/>
            <a:ext cx="54864" cy="17373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5838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COMMUNITY EVENTS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5838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553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5838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5838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8 posts · 4,423 total views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6442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64427" y="3977639"/>
            <a:ext cx="54864" cy="17373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4730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ELECTIONS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730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1,206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730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4730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3 posts · 3,617 total views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95334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953347" y="3977639"/>
            <a:ext cx="54864" cy="1737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3622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RESIDENT HIGHLIGHT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3622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515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3622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3622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4 posts · 2,061 total views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taxonomy is broader in July. Each new bucket is a lane the sponsor can choose to invest more 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BREAKOUTS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Top July posts by views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Ranked across all platforms. These are the pieces that pulled outside the average.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155680" cy="4572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04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04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304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304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304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04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61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761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761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27,200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761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2761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089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1089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18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218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218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3218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15,935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218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3218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5661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67588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3675887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367588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6,341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675887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3675887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0233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1330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133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41330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Guilty or not guilty? It's immaterial. Our principles demand everyone deser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41330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5,443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41330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305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4133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Other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590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590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4590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20 years later, this letter still resonates. It sparked the Downtown Improv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0" y="4590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2,390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4590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39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4590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047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5047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3120" y="5047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2007 letter from a prominent citizen sent shockwaves through the communit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5047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1,357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6880" y="5047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5047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Community Local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504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5504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03120" y="5504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World Cup brings incredible passion as countries pour their hearts into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80" y="5504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1,348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26880" y="5504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5504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8521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9618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9618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03120" y="59618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Championship game watch party! Downey Ave closed for the July 19th finals. 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80" y="59618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1,278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0" y="59618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5961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mix at the top has expanded — Downey Growth and American Pride joined the political leaders.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E86AB"/>
                </a:solidFill>
                <a:latin typeface="Helvetica Neue"/>
              </a:rPr>
              <a:t>THE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Georgia"/>
              </a:rPr>
              <a:t>July diversified the show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FCF6F5"/>
                </a:solidFill>
                <a:latin typeface="Helvetica Neue"/>
              </a:rPr>
              <a:t>June was proof of concept — controversy engine at scale. July was the sequel — same engine, plus new lanes.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June posts (Jun 8–30 window): 131  →  July posts (Jul 1–31 window): 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18688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Political-only spine broadened to include Downey growth stories + American pride content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11296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Paul Granata episode (Jul 2) opened a new lane: local business + downtown revival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03904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July 4th content proved the audience responds to positive/celebratory as well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96512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Brand growth self-reporting posts landed — audience validated the meta-narrative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634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WHAT TO ASK THE SPONSOR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292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Georgia"/>
              </a:rPr>
              <a:t>Where should we lean in August — heat, growth, or pride?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