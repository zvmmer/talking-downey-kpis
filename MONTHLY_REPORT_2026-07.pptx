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JULY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Brand momentum — widening the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Jul 1 – Jul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June 2026 (16-day launch window)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JUNE → JULY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month the show broadened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brand. Wider net. Political content still runs — but Downey growth stories and American pride content joined the top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163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(131 in June baseline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TRUTH &amp; SCANDAL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2,500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6060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118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PERSONALITY HIGHLIGHTS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1,121 → 336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886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51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AMERICAN PRIDE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6635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948 → 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516635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-49%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3211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 is no longer a one-note engine. Positive lanes are earning their seat at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audience is showing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the July window vs. the June baseline window. Positive = platform is still climbing.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48,359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(54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72,946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(42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113,109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(50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90,443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(37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45,898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(55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56,179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(48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368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IG remains the workhorse. YouTube is the new signal — each episode is a compounding asset, not a spike.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we posted in July, and how it performed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all platforms. Higher = more reach per piece.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MILITARY_SERVICE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3,291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19 posts · 62,525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4,605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10 posts · 46,049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1,618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25 posts · 40,444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31 posts · 16,138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869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9,564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23 posts · 6,978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AMERICAN PRIDE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12 posts · 5,764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4,941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taxonomy is broader in July. Each new bucket is a lane the sponsor can choose to invest more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July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These are the pieces that pulled outside the average.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5,139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186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Found an amazing pastrami sandwich at Pop's Wings! Toasted bread, tender pa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4,752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Downtown Downey sushi spot alert! Starfish Sushi's bento box lunch is a mus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4,148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mix at the top has expanded — Downey Growth and American Pride joined the political leaders.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July diversified the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June was proof of concept — controversy engine at scale. July was the sequel — same engine, plus new 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June posts (Jun 8–30): 131  →  July posts (Jul 1–31): 163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#1 post in July: [TT] 37,900 views — Military Service — "Combat jobs aren't for everyone. See how your MOS determines depl"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Top-earning category: Military Service (62,525 total views in July)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Content split: 0 investigative posts vs 98 positive/community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Dominant platform for reach: Tiktok (largest share of total July views)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Where should we lean in August — heat, growth, or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