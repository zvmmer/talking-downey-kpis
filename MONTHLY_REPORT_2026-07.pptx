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JULY 2026 PERFORMANCE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Brand momentum — widening the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Tracking period: Jul 1 – Jul 31,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Comparison baseline: June 2026 (16-day launch window)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 platforms · IG · TikTok · Facebook · 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JUNE → JULY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month the show broadened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Same brand. Wider net. Political content still runs — but Downey growth stories and American pride content joined the top tier.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163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posts in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7082"/>
                </a:solidFill>
                <a:latin typeface="Helvetica Neue"/>
              </a:rPr>
              <a:t>(131 in June baseline window)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94560"/>
            <a:ext cx="73152" cy="109728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TRUTH &amp; SCANDAL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2,500 →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6060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47472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474720"/>
            <a:ext cx="73152" cy="109728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6118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PERSONALITY HIGHLIGHTS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862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1,121 → 336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88620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25195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54879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754879"/>
            <a:ext cx="73152" cy="10972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AMERICAN PRIDE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16635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948 → 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5166359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-49%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53211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 is no longer a one-note engine. Positive lanes are earning their seat at the 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PLATFORM-BY-PLATFORM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audience is showing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per platform in the July window vs. the June baseline window. Positive = platform is still climbing.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47,910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(54 posts)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32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72,946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(42 posts)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836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36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124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TIKTOK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112,774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(50 posts)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124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124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124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90,443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24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(37 posts)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728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16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FACEBOOK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45,896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(55 posts)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016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16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56,179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(48 posts)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7620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7620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908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YOUTUBE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908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367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908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(4 posts)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5908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908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5908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736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908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 posts)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IG remains the workhorse. YouTube is the new signal — each episode is a compounding asset, not a spike.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CONTENT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we posted in July, and how it performed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Average views per post across all platforms. Higher = more reach per piece.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658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658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MILITARY_SERVICE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3,283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19 posts · 62,380 total views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550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550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838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838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4,605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838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838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10 posts · 46,049 total views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42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730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730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1,597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730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25 posts · 39,915 total 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5334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5334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622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622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622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622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31 posts · 16,058 total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658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58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46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46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869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46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46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11 posts · 9,564 total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7550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7550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838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838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838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5838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23 posts · 6,978 total views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6442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64427" y="3977639"/>
            <a:ext cx="54864" cy="1737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4730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AMERICAN PRIDE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730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730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730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12 posts · 5,764 total views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5334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5334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622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622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622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622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11 posts · 4,941 total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taxonomy is broader in July. Each new bucket is a lane the sponsor can choose to invest more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BREAKOUTS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Top July posts by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across all platforms. These are the pieces that pulled outside the average.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5,139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186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Found an amazing pastrami sandwich at Pop's Wings! Toasted bread, tender pa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4,752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Downtown Downey sushi spot alert! Starfish Sushi's bento box lunch is a mus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4,105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mix at the top has expanded — Downey Growth and American Pride joined the political leaders.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THE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July diversified the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CF6F5"/>
                </a:solidFill>
                <a:latin typeface="Helvetica Neue"/>
              </a:rPr>
              <a:t>June was proof of concept — controversy engine at scale. July was the sequel — same engine, plus new 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June posts (Jun 8–30): 131  →  July posts (Jul 1–31): 163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1868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#1 post in July: [TT] 37,900 views — Military Service — "Combat jobs aren't for everyone. See how your MOS determines depl"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11296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Top-earning category: Military Service (62,380 total views in July)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0390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Content split: 0 investigative posts vs 98 positive/community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9651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Dominant platform for reach: Tiktok (largest share of total July views)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WHAT TO ASK THE SPONSOR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Where should we lean in August — heat, growth, or pride?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