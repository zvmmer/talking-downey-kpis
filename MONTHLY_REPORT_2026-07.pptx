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JULY 2026 PERFORMANCE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Brand momentum — widening the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Tracking period: Jul 1 – Jul 31,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Comparison baseline: June 2026 (16-day launch window)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 platforms · IG · TikTok · Facebook · YouTube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Kaname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JUNE → JULY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month the show broadened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Same brand. Wider net. Political content still runs — but Downey growth stories and American pride content joined the top tier.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133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posts in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7082"/>
                </a:solidFill>
                <a:latin typeface="Helvetica Neue"/>
              </a:rPr>
              <a:t>(131 in June baseline window)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9456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194560"/>
            <a:ext cx="73152" cy="109728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TRUTH &amp; SCANDAL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6060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2,699 →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260604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47472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3474720"/>
            <a:ext cx="73152" cy="109728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6118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PERSONALITY HIGHLIGHTS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8620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1,121 → 324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388620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-71%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25195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754879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754879"/>
            <a:ext cx="73152" cy="10972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892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AMERICAN PRIDE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516635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632 → 7,171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5166359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B7A43"/>
                </a:solidFill>
                <a:latin typeface="Helvetica Neue"/>
              </a:rPr>
              <a:t>▲ +1035%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53211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 is no longer a one-note engine. Positive lanes are earning their seat at the 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PLATFORM-BY-PLATFORM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audience is showing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per platform in the July window vs. the June baseline window. Positive = platform is still climbing.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16,226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(44 posts)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32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32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32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72,946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32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(42 posts)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836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9836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124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TIKTOK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89,107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(40 posts)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124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8124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124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90,443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124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(37 posts)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728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016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FACEBOOK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35,505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(45 posts)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7016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016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016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56,179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016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(48 posts)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7620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7620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5908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YOUTUBE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908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297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908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(4 posts)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5908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5908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5908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5908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 posts)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IG remains the workhorse. YouTube is the new signal — each episode is a compounding asset, not a spike.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CONTENT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we posted in July, and how it performed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Average views per post across all platforms. Higher = more reach per piece.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658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6587" y="2103120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946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46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4,605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46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46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10 posts · 46,049 total views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550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5507" y="2103120"/>
            <a:ext cx="54864" cy="1737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838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AMERICAN PRIDE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838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7,171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838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838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5 posts · 35,856 total views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442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4427" y="2103120"/>
            <a:ext cx="54864" cy="17373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730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730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730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730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54 posts · 25,722 total views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5334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53347" y="2103120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622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622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755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622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622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15 posts · 11,331 total views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658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6587" y="3977639"/>
            <a:ext cx="54864" cy="17373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946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46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297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946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46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17 posts · 5,042 total views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7550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75507" y="3977639"/>
            <a:ext cx="54864" cy="17373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5838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ELECTIONS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5838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1,012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5838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5838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4 posts · 4,050 total views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6442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64427" y="3977639"/>
            <a:ext cx="54864" cy="1737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4730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730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1,006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730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4730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4 posts · 4,026 total views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5334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53347" y="3977639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622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3622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468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622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3622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8 posts · 3,744 total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taxonomy is broader in July. Each new bucket is a lane the sponsor can choose to invest more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BREAKOUTS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Top July posts by 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across all platforms. These are the pieces that pulled outside the average.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33,400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2,122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American Pride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7,698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377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2,390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39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Pop's Wings, a family-owned gem in Downey serving up more than jus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1,788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Community Local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City Council adopted a new Code of Ethics and Conduct for commission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1,705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Community Local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mix at the top has expanded — Downey Growth and American Pride joined the political leaders.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THE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eorgia"/>
              </a:rPr>
              <a:t>July diversified the show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FCF6F5"/>
                </a:solidFill>
                <a:latin typeface="Helvetica Neue"/>
              </a:rPr>
              <a:t>June was proof of concept — controversy engine at scale. July was the sequel — same engine, plus new lanes.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June posts (Jun 8–30 window): 131  →  July posts (Jul 1–31 window): 133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18688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Political-only spine broadened to include Downey growth stories + American pride content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11296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Paul Granata episode (Jul 2) opened a new lane: local business + downtown revival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03904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July 4th content proved the audience responds to positive/celebratory as well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96512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Brand growth self-reporting posts landed — audience validated the meta-narrative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WHAT TO ASK THE SPONSOR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Where should we lean in August — heat, growth, or pride?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