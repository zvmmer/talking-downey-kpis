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2,500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948 → 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-49%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48,359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(54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113,125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(50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45,898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(55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MILITARY_SERVICE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3,291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19 posts · 62,526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4,605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46,049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1,618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25 posts · 40,444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31 posts · 16,154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869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9,564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23 posts · 6,978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12 posts · 5,764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4,941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5,139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 an amazing pastrami sandwich at Pop's Wings! Toasted bread, tender pa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4,752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Downtown Downey sushi spot alert! Starfish Sushi's bento box lunch is a mus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4,148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8–30): 131  →  July posts (Jul 1–31): 163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#1 post in July: [TT] 37,900 views — Military Service — "Combat jobs aren't for everyone. See how your MOS determines depl"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Top-earning category: Military Service (62,526 total views in July)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Content split: 0 investigative posts vs 98 positive/community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Dominant platform for reach: Tiktok (largest share of total July views)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