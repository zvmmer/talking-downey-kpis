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JULY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Brand momentum — widening the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Jul 1 – Jul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June 2026 (16-day launch window)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JUNE → JULY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month the show broadened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brand. Wider net. Political content still runs — but Downey growth stories and American pride content joined the top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(131 in June baseline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TRUTH &amp; SCANDAL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2,698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6060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118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PERSONALITY HIGHLIGHTS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1,121 → 504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886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-55%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51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AMERICAN PRIDE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6635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632 → 489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516635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-23%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3211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 is no longer a one-note engine. Positive lanes are earning their seat at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audience is showing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the July window vs. the June baseline window. Positive = platform is still climbing.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42,480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(30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72,946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(42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40,667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(28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90,443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(37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24,842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(31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56,179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(48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(3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IG remains the workhorse. YouTube is the new signal — each episode is a compounding asset, not a spike.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we posted in July, and how it performed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all platforms. Higher = more reach per piece.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5,588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10 posts · 55,883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643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33 posts · 21,204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907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9 posts · 8,164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13 posts · 4,814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1,194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 posts · 4,778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549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8 posts · 4,393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ELECTIONS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1,200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 posts · 3,601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 posts · 2,018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taxonomy is broader in July. Each new bucket is a lane the sponsor can choose to invest more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July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These are the pieces that pulled outside the average.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15,867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Guilty or not guilty? It's immaterial. Our principles demand everyone deser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5,142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2,390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39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2007 letter from a prominent citizen sent shockwaves through the communit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1,357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Community Local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brings incredible passion as countries pour their hearts into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1,348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Election night 2006. Walking across the street, we realized we were in the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1,258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mix at the top has expanded — Downey Growth and American Pride joined the political leaders.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July diversified the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June was proof of concept — controversy engine at scale. July was the sequel — same engine, plus new 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June posts (Jun 8–30 window): 131  →  July posts (Jul 1–31 window): 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Political-only spine broadened to include Downey growth stories + American pride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Paul Granata episode (Jul 2) opened a new lane: local business + downtown revival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July 4th content proved the audience responds to positive/celebratory as well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Brand growth self-reporting posts landed — audience validated the meta-narrative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Where should we lean in August — heat, growth, or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