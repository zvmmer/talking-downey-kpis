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2,698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632 → 6,083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B7A43"/>
                </a:solidFill>
                <a:latin typeface="Helvetica Neue"/>
              </a:rPr>
              <a:t>▲ +863%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16,226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(42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81,485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(38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32,797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(43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46,034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6,083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5 posts · 30,416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48 posts · 22,269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727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15 posts · 10,899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283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17 posts · 4,804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4,018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1,002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4,006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8 posts · 3,722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1,700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American Pride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7,360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364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2,390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Pop's Wings, a family-owned gem in Downey serving up more than jus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1,641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City Council adopted a new Code of Ethics and Conduct for commission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1,584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 window): 131  →  July posts (Jul 1–31 window): 127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Political-only spine broadened to include Downey growth stories + American pride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Paul Granata episode (Jul 2) opened a new lane: local business + downtown revival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July 4th content proved the audience responds to positive/celebratory as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Brand growth self-reporting posts landed — audience validated the meta-narrative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