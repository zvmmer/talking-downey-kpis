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2,698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504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-55%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632 → 489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-23%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42,450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(30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40,666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(28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24,841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(31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5,588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55,879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642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33 posts · 21,193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907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9 posts · 8,163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13 posts · 4,805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1,194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4,777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549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8 posts · 4,391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ELECTIONS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1,200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 posts · 3,601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2,016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796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15,867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Guilty or not guilty? It's immaterial. Our principles demand everyone deser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2,390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2007 letter from a prominent citizen sent shockwaves through the communit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brings incredible passion as countries pour their hearts into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Election night 2006. Walking across the street, we realized we were in the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1,258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 window): 131  →  July posts (Jul 1–31 window): 92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Political-only spine broadened to include Downey growth stories + American pride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Paul Granata episode (Jul 2) opened a new lane: local business + downtown revival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July 4th content proved the audience responds to positive/celebratory as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Brand growth self-reporting posts landed — audience validated the meta-narrative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