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47,823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112,130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45,849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62,175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1,583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39,565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15,902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4,043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(62,175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