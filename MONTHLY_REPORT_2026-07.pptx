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48,359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113,125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62,527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1,618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40,444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16,154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sushi spot alert! Starfish Sushi's bento box lunch is a mus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4,148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(62,527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