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2026-10-09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858,751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596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26,022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1,440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374,358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193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1,940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284,442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174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1,635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197,321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211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935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2,630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18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146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280,258   (189 posts · 1,483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2427381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02101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99,197   (63 posts · 1,575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2266880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1600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92,638   (34 posts · 2,725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1272211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6931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51,990   (17 posts · 3,058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1248573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23293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51,024   (20 posts · 2,551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1007320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2040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41,165   (18 posts · 2,287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964546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9266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39,417   (38 posts · 1,037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760268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34988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31,069   (23 posts · 1,351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Political Highlight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708831" cy="19202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83551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28,967   (32 posts · 905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702053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76773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28,690   (6 posts · 4,782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Elections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538787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13507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22,018   (26 posts · 847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Judicial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504626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79346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20,622   (49 posts · 421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Joined the National Guard for college tuition. Now a Battalion Commander after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83,242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2,895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Visa issues left me without a country to study in. Malaysia or Singapore were 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82,151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2,058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From Las Vegas to Battalion Commander: A journey fueled by college dreams and mi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21,500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765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11,860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Politics Other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