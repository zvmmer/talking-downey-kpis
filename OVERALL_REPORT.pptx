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2026-07-22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316,082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246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10,311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1,284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89,172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80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1,115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140,103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71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1,973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85,853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87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987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954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119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49,287   (13 posts · 3,791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6335791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10511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45,534   (13 posts · 3,503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5056778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31498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36,342   (27 posts · 1,346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5000842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5562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35,940   (65 posts · 553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4301503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6223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30,914   (12 posts · 2,576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2912009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6729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562757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7477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18,418   (20 posts · 921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2078953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53673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14,941   (12 posts · 1,245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797464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72184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12,918   (7 posts · 1,845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639953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14673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101603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0750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7,302   (6 posts · 1,217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926282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01002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6,657   (16 posts · 416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I grew up in Huntington Park, and I still own property there. But the rules and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6,289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World Cup profits hit $11 billion for FIFA, potentially reaching $13 ...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6,053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Critique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