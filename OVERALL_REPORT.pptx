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482,263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370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15,347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134,614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119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1,131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219,719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109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2,016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126,668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967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1,262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115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90,269   (57 posts · 1,584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750131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4851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62,524   (20 posts · 3,126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754202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8922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22161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96881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20400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8726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42,173   (82 posts · 514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12696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689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309804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84524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30,403   (30 posts · 1,013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8996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64681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304759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9479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17,174   (16 posts · 1,073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98210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56822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89541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136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20451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95171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9,483   (22 posts · 431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