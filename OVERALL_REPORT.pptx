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461,935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334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14,975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1,383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128,715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1,192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214,282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99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2,164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117,841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119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990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137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88,897   (56 posts · 1,587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796519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1239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62,175   (20 posts · 3,109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812142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6862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78064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2784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17523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9950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249947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667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29,165   (28 posts · 1,042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111239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5959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27,367   (54 posts · 507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61450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9220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30468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9404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16,912   (13 posts · 1,301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9725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1979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0923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3956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31493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13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9,482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