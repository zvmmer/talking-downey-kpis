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2026-07-17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328,417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9,427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1,472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115,396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1,603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131,109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65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2,017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81,020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79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1,026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892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127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59,245   (13 posts · 4,557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5361730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36450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46,319   (13 posts · 3,563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403612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78332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38,042   (54 posts · 704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4284036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58756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37,009   (25 posts · 1,480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57815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2872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30,911   (12 posts · 2,576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2422554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274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1915077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89797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16,544   (15 posts · 1,103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729519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4239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14,941   (12 posts · 1,245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495228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69948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12,917   (7 posts · 1,845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364307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39027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32766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07486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8,058   (6 posts · 1,343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849537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24257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7,339   (16 posts · 459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15,867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I grew up in Huntington Park, and I still own property there. But the rules and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6,289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World Cup profits hit $11 billion for FIFA, potentially reaching $13 ...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6,053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Critique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