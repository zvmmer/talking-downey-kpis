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619,066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532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18,822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186,864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170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1,099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244,800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156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1,569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185,548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191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971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1,854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124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93,817   (61 posts · 1,538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664725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21973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90,934   (158 posts · 576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136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086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62,536   (22 posts · 2,843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81523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243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51,731   (17 posts · 3,043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5177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9897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(18 posts · 2,649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09005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725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41,163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414923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9643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33,036   (33 posts · 1,001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243139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7859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30,686   (19 posts · 1,615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9299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67712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28,632   (6 posts · 4,772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2000667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5387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27,369   (30 posts · 912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498398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73118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20,498   (49 posts · 418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46901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43732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20,096   (21 posts · 957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11,710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7,704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