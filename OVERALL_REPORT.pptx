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890,238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626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26,819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387,491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205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1,890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290,583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180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1,614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209,391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222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943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2,773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146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285,293   (196 posts · 1,456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243129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06016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101,142   (43 posts · 2,352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2405767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80487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100,080   (63 posts · 1,589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124975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7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1239614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14334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51,568   (20 posts · 2,578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1155335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0055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48,062   (43 posts · 1,118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98959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4310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41,167   (18 posts · 2,287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76403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38757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31,784   (25 posts · 1,271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714975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9695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29,743   (32 posts · 929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68966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64382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606658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1378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25,237   (30 posts · 841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497090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71810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20,679   (49 posts · 422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