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2026-08-14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468,375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345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15,033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1,357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130,739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112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1,167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214,282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99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2,164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122,209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124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986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1,145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10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114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89,000   (56 posts · 1,589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4791738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458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62,185   (20 posts · 3,109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3807731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2451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49,415   (13 posts · 3,801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673807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8527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171555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6275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242272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443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31,441   (61 posts · 515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263448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38168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29,374   (28 posts · 1,049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612631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7351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306487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81207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16,955   (15 posts · 1,130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996105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70825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12,927   (7 posts · 1,847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08184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2904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730723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5443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9,483   (22 posts · 431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