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607,269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523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18,625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183,251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168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1,091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242,581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154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1,575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179,664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186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966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1,773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118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93,797   (61 posts · 1,538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636154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36266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87,007   (154 posts · 565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72341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7061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62,536   (22 posts · 2,843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740288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5008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51,156   (16 posts · 3,197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485920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0640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(18 posts · 2,649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09573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4293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41,162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330478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5198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31,874   (32 posts · 996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211666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86386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30,249   (18 posts · 1,680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2086711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61431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28,540   (6 posts · 4,757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815088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808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24,825   (28 posts · 887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495720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70440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20,457   (49 posts · 417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Elections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1291801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66521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17,668   (21 posts · 841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11,517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7,612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