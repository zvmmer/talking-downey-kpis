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573,256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497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18,006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172,216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160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1,076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237,437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146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1,626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161,899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176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920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1,704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114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93,782   (61 posts · 1,537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634877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9597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77,056   (141 posts · 546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2999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7719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62,535   (22 posts · 2,842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34524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9244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51,069   (16 posts · 3,192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647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1197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(18 posts · 2,649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1005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775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41,162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320247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94967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31,729   (32 posts · 992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08587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60595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28,524   (18 posts · 1,585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4602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20741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27,979   (6 posts · 4,663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487403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62123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20,340   (49 posts · 415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155114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9834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15,796   (22 posts · 718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968713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43433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13,247   (16 posts · 828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10,067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7,051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