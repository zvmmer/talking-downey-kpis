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492,666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15,601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1,250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137,531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126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1,092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224,130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1,932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129,708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926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92,692   (60 posts · 1,545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62610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0829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62,526   (20 posts · 3,126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65606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078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3187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06592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49,088   (99 posts · 496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27476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196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4522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949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69550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4270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30,675   (30 posts · 1,022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4839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3119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27139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6112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17,184   (16 posts · 1,074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5642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1149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87201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673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01618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6338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9,483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