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449,575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321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14,690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125,381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1,206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208,748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95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2,197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114,354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114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1,003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1,092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136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88,095   (56 posts · 1,573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793632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8352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61,577   (20 posts · 3,079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846847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21567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11548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8626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20413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8856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1914432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9152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24,592   (26 posts · 946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174005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4773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22,352   (46 posts · 486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62919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3918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31220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6922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16,856   (13 posts · 1,297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00633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1058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1751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2233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38074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12794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9,481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37,400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8,253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