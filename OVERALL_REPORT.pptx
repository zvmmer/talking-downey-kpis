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2026-07-20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332,841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231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9,576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1,440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117,782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75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1,570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131,989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67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1,970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82,163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82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1,002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907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130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59,600   (13 posts · 4,585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5332670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7390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46,344   (13 posts · 3,565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4589106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3826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39,882   (56 posts · 712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4260474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35194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37,026   (27 posts · 1,371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557069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31789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30,913   (12 posts · 2,576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2408124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82844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1909538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84258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16,595   (15 posts · 1,106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1719217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3937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14,941   (12 posts · 1,245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1486436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61156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12,918   (7 posts · 1,845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1356181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30901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11,786   (8 posts · 1,473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932388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07108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8,103   (6 posts · 1,350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848389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23109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7,373   (16 posts · 461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15,935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I grew up in Huntington Park, and I still own property there. But the rules and 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6,289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206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World Cup profits hit $11 billion for FIFA, potentially reaching $13 ...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6,053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Critique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