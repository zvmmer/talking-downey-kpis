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2026-10-23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930,436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677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27,607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1,374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400,384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222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1,804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298,204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194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1,537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228,528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240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952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3,320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21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158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 · 1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1. Military Service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7584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286,423   (69 posts · 4,151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9278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2. Food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16710"/>
            <a:ext cx="2741806" cy="17584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6526" y="2489278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114,511   (73 posts · 1,569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02284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3. Community Local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29716"/>
            <a:ext cx="1319125" cy="17584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93845" y="2802284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55,093   (45 posts · 1,224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15290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4. FIFA — Positive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42722"/>
            <a:ext cx="1244828" cy="17584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19548" y="3115290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51,990   (17 posts · 3,058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28296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5. Downtown Development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455728"/>
            <a:ext cx="1238123" cy="17584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12843" y="3428296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51,710   (20 posts · 2,586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741302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6. Trujillo Scandal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768734"/>
            <a:ext cx="985782" cy="17584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0502" y="3741302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41,171   (18 posts · 2,287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054308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7. Political Highlight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081740"/>
            <a:ext cx="843509" cy="17584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8229" y="4054308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35,229   (37 posts · 952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367315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8. Politics (other)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394747"/>
            <a:ext cx="822965" cy="17584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5" y="4367315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34,371   (29 posts · 1,185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680321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9. Judicial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707753"/>
            <a:ext cx="800410" cy="17584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75130" y="4680321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33,429   (78 posts · 429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993327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10. City Hall &amp; Civic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020759"/>
            <a:ext cx="719385" cy="17584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94105" y="4993327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30,045   (42 posts · 715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306333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11. Elections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333765"/>
            <a:ext cx="715746" cy="17584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90466" y="5306333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29,893   (39 posts · 766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619339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12. Council Chaos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646771"/>
            <a:ext cx="686942" cy="17584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61662" y="5619339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28,690   (6 posts · 4,782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932345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13. Community Events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83280" y="5959777"/>
            <a:ext cx="489694" cy="17584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64414" y="5932345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20,452   (26 posts · 787 avg)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 · 2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rest of the field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Categories ranked #14 and below. Same bar scale as page 1, so lengths compare directly.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14. AI Fake News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316199" cy="17584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90919" y="2176272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13,206   (8 posts · 1,651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9278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15. Lisette Scandal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16710"/>
            <a:ext cx="299750" cy="17584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4470" y="2489278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12,519   (12 posts · 1,043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02284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16. FIFA — Critique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29716"/>
            <a:ext cx="296373" cy="17584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093" y="2802284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12,378   (10 posts · 1,238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15290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17. Sports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42722"/>
            <a:ext cx="290220" cy="17584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64940" y="3115290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12,121   (16 posts · 758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28296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18. Resident Highlight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455728"/>
            <a:ext cx="281121" cy="17584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55841" y="3428296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11,741   (13 posts · 903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741302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19. Downtown Nightlife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768734"/>
            <a:ext cx="280331" cy="17584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55051" y="3741302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11,708   (7 posts · 1,673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054308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20. Legislation Watch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081740"/>
            <a:ext cx="260817" cy="17584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35537" y="4054308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10,893   (25 posts · 436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367315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21. State Policy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394747"/>
            <a:ext cx="210895" cy="17584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85615" y="4367315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8,808   (17 posts · 518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680321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22. American Pride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707753"/>
            <a:ext cx="186017" cy="17584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60737" y="4680321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7,769   (15 posts · 518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993327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23. ICE / Immigration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020759"/>
            <a:ext cx="161020" cy="17584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35740" y="4993327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6,725   (5 posts · 1,345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306333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24. Leadership &amp; Life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333765"/>
            <a:ext cx="144858" cy="17584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19578" y="5306333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6,050   (21 posts · 288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619339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25. Brand Growth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646771"/>
            <a:ext cx="53011" cy="17584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27731" y="5619339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2,214   (4 posts · 554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932345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26. Other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83280" y="5959777"/>
            <a:ext cx="45720" cy="17584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20440" y="5932345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1,297   (25 posts · 52 avg)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Smaller lanes aren't failures — they're where a single breakout post can move the whole ranking.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Joined the National Guard for college tuition. Now a Battalion Commander after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83,242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2,895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Visa issues left me without a country to study in. Malaysia or Singapore were 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82,151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2,058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From Las Vegas to Battalion Commander: A journey fueled by college dreams and mi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22,600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11,860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Politics Other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