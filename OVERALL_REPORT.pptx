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537,031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473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17,340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158,660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152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1,044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233,861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1,670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142,973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166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861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1,537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102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93,713   (61 posts · 1,536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346448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21168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73,058   (139 posts · 526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6293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51013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62,534   (20 posts · 3,127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18247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2967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50,809   (16 posts · 3,176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9044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3764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(16 posts · 2,980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1205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6771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41,159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248848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23568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30,730   (30 posts · 1,024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1531529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6249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20,928   (5 posts · 4,186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1461349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36069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19,969   (49 posts · 408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259442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34162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17,210   (16 posts · 1,076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AI Fake News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946155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20875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12,929   (7 posts · 1,847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Critique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862509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7229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11,786   (8 posts · 1,473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