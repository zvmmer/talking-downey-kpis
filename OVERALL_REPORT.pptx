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930,426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27,607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400,377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1,804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298,203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1,537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228,526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240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952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3,320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297,367   (214 posts · 1,390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419477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4197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104,910   (48 posts · 2,186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32923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3954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100,997   (63 posts · 1,603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7055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27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55,092   (45 posts · 1,224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19901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3734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19255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7277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51,710   (20 posts · 2,586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94950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4222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41,171   (18 posts · 2,287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812419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7139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35,227   (37 posts · 952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79265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375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34,370   (29 posts · 1,185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66166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6380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63566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0389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27,563   (33 posts · 835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47999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54717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20,813   (49 posts · 425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