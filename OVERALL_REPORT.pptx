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Helvetica Neue"/>
              </a:rPr>
              <a:t>OVERALL PERFORMANCE —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Since Jun 8, 2026 · 2026-09-04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tracked post across every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cumulative story — no monthly cutoffs.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HEADLINE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Total reach since engagement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Sum of view counts across every unique post captured since Jun 8,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990011"/>
                </a:solidFill>
                <a:latin typeface="Georgia"/>
              </a:rPr>
              <a:t>523,196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F3C7E"/>
                </a:solidFill>
                <a:latin typeface="Helvetica Neue"/>
              </a:rPr>
              <a:t>total views across all tracked posts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376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459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848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848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280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LIKES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80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16,902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752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752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184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AVG VIEWS/POST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184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1,139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BY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the reach is coming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Total views + post count per platform since Jun 8. Bigger view total = the audience is there.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151,078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148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1,021 avg views/post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836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8367" y="2194560"/>
            <a:ext cx="54864" cy="34747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124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124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229,691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124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136 posts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1,689 avg views/post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728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7287" y="2194560"/>
            <a:ext cx="54864" cy="34747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016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016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141,021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162 posts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870 avg views/post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7620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7620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5908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908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1,406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5908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5908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5908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108 avg views/post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Instagram is the workhorse. TikTok punches above weight on breakouts. YouTube compounds. FB is the reliable floor.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CATEGORY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Which content types earned the most 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view totals per category. Numbers speak — this is the sponsor's decision matrix.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7627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2203704"/>
            <a:ext cx="6858000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7627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92,787   (60 posts · 1,546 avg)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0545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532888"/>
            <a:ext cx="4674293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49013" y="250545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63,242   (134 posts · 472 avg)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military_service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862072"/>
            <a:ext cx="4621890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610" y="283464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62,533   (20 posts · 3,127 avg)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6382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FIFA — Positive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3191256"/>
            <a:ext cx="3652322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27042" y="316382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49,415   (13 posts · 3,801 avg)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9300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520440"/>
            <a:ext cx="3523865" cy="1920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98585" y="349300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47,677   (16 posts · 2,980 avg)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2219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Trujillo Scandal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0" y="3849624"/>
            <a:ext cx="3042111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6831" y="382219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41,159   (18 posts · 2,287 avg)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15137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4178807"/>
            <a:ext cx="2271291" cy="192024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46011" y="415137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30,730   (30 posts · 1,024 avg)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48056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Council Chaos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507992"/>
            <a:ext cx="1546813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1533" y="448056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20,928   (5 posts · 4,186 avg)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80974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Judicial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4837176"/>
            <a:ext cx="1435355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10075" y="480974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19,420   (49 posts · 396 avg)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13892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Politics (other)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5166359"/>
            <a:ext cx="1271272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45992" y="513892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17,200   (16 posts · 1,075 avg)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46811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AI Fake News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83280" y="5495543"/>
            <a:ext cx="955450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30170" y="546811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12,927   (7 posts · 1,847 avg)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79729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FIFA — Critique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5824728"/>
            <a:ext cx="871117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45837" y="579729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11,786   (8 posts · 1,473 avg)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top of the leaderboard tells you what's earning attention. The tail tells you where headroom exists.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TOP 10 POSTS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peak performers since Jun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Individual URLs ranked by views. These are the moments the audience shows up hardest.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384048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677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677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26771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78608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651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65176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962656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962656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0358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03580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346703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4198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4198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341985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730752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8039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380390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1680" y="380390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1879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1879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11680" y="418795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2416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498848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45720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45720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11680" y="4572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2416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49560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49560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11680" y="495604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2416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266944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340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3400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11680" y="534009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7,031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2416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57241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7280" y="572414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11680" y="572414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After admitting 'I messed up,' a city councilman's inappropriate conduct is unde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6384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6,363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42416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8640" y="6035040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080" y="61081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97280" y="610819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11680" y="610819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384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6,355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2416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