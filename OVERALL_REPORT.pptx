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2026-09-21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616,433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530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18,763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1,163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186,066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170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1,095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244,123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156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1,565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184,420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189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976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1,824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122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93,815   (61 posts · 1,538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6579557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4277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90,006   (156 posts · 577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4571463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183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62,536   (22 posts · 2,843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3774951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9671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51,640   (17 posts · 3,038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485251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59971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47,677   (18 posts · 2,649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3009069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789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41,163   (18 posts · 2,287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407445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82165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32,933   (33 posts · 998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2231271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05991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30,523   (19 posts · 1,606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2090770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65490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28,601   (6 posts · 4,767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Political Highlight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1948442" cy="19202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23162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26,654   (30 posts · 888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Judicial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1497334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72054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20,483   (49 posts · 418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Elections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1435782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10502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19,641   (21 posts · 935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11,662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Politics Other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7,673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