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328,449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9,427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115,426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1,603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131,110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65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2,017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81,021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79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1,026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127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59,249   (13 posts · 4,558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361483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6203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46,320   (13 posts · 3,563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40458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9308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38,053   (54 posts · 705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428397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5869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37,011   (25 posts · 1,480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7791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2630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30,911   (12 posts · 2,576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42239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110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191506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9783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16,545   (15 posts · 1,103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72940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4122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9512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69847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12,917   (7 posts · 1,845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364215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8935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32935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7655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8,060   (6 posts · 1,343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49711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24431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7,341   (16 posts · 459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15,867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 grew up in Huntington Park, and I still own property there. But the rules and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6,289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World Cup profits hit $11 billion for FIFA, potentially reaching $13 ...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6,053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Critique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