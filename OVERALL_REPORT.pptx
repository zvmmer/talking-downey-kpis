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489,895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388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15,551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1,262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136,696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1,102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223,024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1,956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128,902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138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934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1,273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106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92,492   (60 posts · 1,542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636038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58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62,525   (20 posts · 3,126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66397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8691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535104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9824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51412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8840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47,394   (96 posts · 494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5181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6534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64522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9242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30,541   (30 posts · 1,018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51747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6467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27384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8564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17,180   (16 posts · 1,074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958497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3217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873895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8615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03135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7855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9,483   (22 posts · 431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