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990011"/>
                </a:solidFill>
                <a:latin typeface="Helvetica Neue"/>
              </a:rPr>
              <a:t>OVERALL PERFORMANCE — ALL-TIME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Since Jun 8, 2026 · 2026-08-17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Every tracked post across every platform.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The cumulative story — no monthly cutoffs.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HEADLINE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Total reach since engagement started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Sum of view counts across every unique post captured since Jun 8,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106984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0" b="1">
                <a:solidFill>
                  <a:srgbClr val="990011"/>
                </a:solidFill>
                <a:latin typeface="Georgia"/>
              </a:rPr>
              <a:t>475,009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2F3C7E"/>
                </a:solidFill>
                <a:latin typeface="Helvetica Neue"/>
              </a:rPr>
              <a:t>total views across all tracked posts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44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44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376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POSTS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376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357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848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848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280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LIKES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280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15,215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0752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752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184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AVG VIEWS/POST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184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1,330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BY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the reach is coming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Total views + post count per platform since Jun 8. Bigger view total = the audience is there.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44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447" y="2194560"/>
            <a:ext cx="54864" cy="34747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INSTAGRAM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131,830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32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114 posts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32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1,156 avg views/post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9836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98367" y="2194560"/>
            <a:ext cx="54864" cy="34747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124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TIKTOK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124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218,285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124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124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105 posts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124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2,079 avg views/post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728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87287" y="2194560"/>
            <a:ext cx="54864" cy="34747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016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FACEBOOK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016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123,707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016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127 posts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974 avg views/post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7620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76207" y="2194560"/>
            <a:ext cx="54864" cy="34747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5908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YOUTUBE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908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1,187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5908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5908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11 posts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5908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108 avg views/post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Instagram is the workhorse. TikTok punches above weight on breakouts. YouTube compounds. FB is the reliable floor.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ALL-TIME CATEGORY RANKING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Which content types earned the most reach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Cumulative view totals per category. Numbers speak — this is the sponsor's decision matrix.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7627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Food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0" y="2203704"/>
            <a:ext cx="6858000" cy="1920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9" y="217627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89,637   (56 posts · 1,601 avg)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0545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military_service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532888"/>
            <a:ext cx="4772605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47325" y="250545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62,380   (20 posts · 3,119 avg)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34640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FIFA — Positive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2862072"/>
            <a:ext cx="3780671" cy="1920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55391" y="283464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49,415   (13 posts · 3,801 avg)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163824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3280" y="3191256"/>
            <a:ext cx="3647699" cy="19202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22419" y="3163824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47,677   (16 posts · 2,980 avg)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493008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Trujillo Scandal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83280" y="3520440"/>
            <a:ext cx="3149016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3736" y="3493008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41,159   (18 posts · 2,287 avg)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82219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Other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83280" y="3849624"/>
            <a:ext cx="2761118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35838" y="382219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36,089   (70 posts · 516 avg)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15137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Community Local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3280" y="4178807"/>
            <a:ext cx="2311324" cy="192024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86044" y="415137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30,210   (30 posts · 1,007 avg)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480560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Council Chaos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83280" y="4507992"/>
            <a:ext cx="1601171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75891" y="448056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20,928   (5 posts · 4,186 avg)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809744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Politics (other)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83280" y="4837176"/>
            <a:ext cx="1305772" cy="192024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80492" y="4809744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17,067   (16 posts · 1,067 avg)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138928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AI Fake News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83280" y="5166359"/>
            <a:ext cx="989026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63746" y="5138928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12,927   (7 posts · 1,847 avg)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46811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FIFA — Critique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83280" y="5495543"/>
            <a:ext cx="901730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76450" y="546811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11,786   (8 posts · 1,473 avg)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79729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Community Events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83280" y="5824728"/>
            <a:ext cx="725530" cy="192024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00250" y="579729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9,483   (22 posts · 431 avg)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top of the leaderboard tells you what's earning attention. The tail tells you where headroom exists.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ALL-TIME TOP 10 POSTS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peak performers since Jun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Individual URLs ranked by views. These are the moments the audience shows up hardest.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064240" cy="384048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677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2677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26771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578608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5176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6517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265176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likeliho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37,900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2,472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962656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2962656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03580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03580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303580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massiv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29,200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2,513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346703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41985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4198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341985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event.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27,400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3730752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38039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380390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11680" y="3803904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tender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13,600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951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1879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1879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11680" y="418795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9,839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548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2416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Trujillo Scandal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498848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45720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45720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11680" y="457200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sweet 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8,352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405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2416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49560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" y="495604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11680" y="495604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$300k 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6384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7,180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42416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266944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3400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" y="534009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11680" y="534009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mayor, le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6384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7,031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4400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42416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Council Chaos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" y="57241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97280" y="572414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011680" y="5724144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After admitting 'I messed up,' a city councilman's inappropriate conduct is unde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86384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6,363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42416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Council Chaos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48640" y="6035040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0080" y="61081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97280" y="610819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011680" y="610819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Over 25,000 people gathered at Stonewood Mall for a massive watch party. Despite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6384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6,355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14400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42416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