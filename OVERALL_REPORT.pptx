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361,426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12,983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89,172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86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1,037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179,550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77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2,332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91,684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93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986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324098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8818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45,568   (13 posts · 3,505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590816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2883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42,571   (75 posts · 568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529987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459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38,188   (30 posts · 1,273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523922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3946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37,751   (8 posts · 4,719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429036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65081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30,914   (12 posts · 2,576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90446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186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73570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042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19,712   (21 posts · 939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7356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8288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79391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68639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12,926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76963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44351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12,751   (10 posts · 1,275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01811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2837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7,336   (6 posts · 1,223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33,400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American Pride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7,698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377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