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2026-10-16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905,792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641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27,136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1,413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391,604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210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1,865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293,175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184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1,593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218,146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227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961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2,867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143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289,251   (203 posts · 1,425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2435772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10492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102,734   (43 posts · 2,389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2379486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4206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100,360   (63 posts · 1,593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1260350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5070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53,158   (44 posts · 1,208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1232657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7377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51,990   (17 posts · 3,058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1223956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8676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51,623   (20 posts · 2,581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976073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50793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41,168   (18 posts · 2,287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805222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9942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33,962   (29 posts · 1,171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Political Highlight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737033" cy="19202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11753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31,086   (34 posts · 914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680225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54945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28,690   (6 posts · 4,782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Elections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616328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91048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25,995   (31 posts · 839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490644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65364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20,694   (49 posts · 422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Joined the National Guard for college tuition. Now a Battalion Commander after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83,242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2,895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Visa issues left me without a country to study in. Malaysia or Singapore were 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82,151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2,058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From Las Vegas to Battalion Commander: A journey fueled by college dreams and 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22,600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11,860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Politics Other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