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545,758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487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17,598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161,282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156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1,034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235,400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1,635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147,440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172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857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1,636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109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93,759   (61 posts · 1,537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542633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01053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74,186   (140 posts · 530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4048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8768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62,534   (20 posts · 3,127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25346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066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50,931   (16 posts · 3,183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7333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2053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10574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5294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286950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1670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31,266   (32 posts · 977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530778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5498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467507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42227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20,063   (49 posts · 409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259044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3764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17,213   (16 posts · 1,076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45764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20484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12,930   (7 posts · 1,847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919139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3859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12,566   (22 posts · 571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