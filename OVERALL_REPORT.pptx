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2026-10-23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930,436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677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27,607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1,374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400,384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1,804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298,204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194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1,537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228,528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240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952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3,320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297,372   (214 posts · 1,390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241943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415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104,910   (48 posts · 2,186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232921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3938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100,998   (63 posts · 1,603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1270556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276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55,093   (45 posts · 1,224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1198994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73714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51,990   (17 posts · 3,058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119253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7257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51,710   (20 posts · 2,586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949486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4206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41,171   (18 posts · 2,287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812452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7172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35,229   (37 posts · 952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792664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384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34,371   (29 posts · 1,185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66164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36369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28,690   (6 posts · 4,782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635658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0378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27,563   (33 posts · 835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47998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54709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20,813   (49 posts · 425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Joined the National Guard for college tuition. Now a Battalion Commander after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83,242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2,895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Visa issues left me without a country to study in. Malaysia or Singapore were 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82,151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2,058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22,600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11,860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