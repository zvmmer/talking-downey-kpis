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2026-10-30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1,035,986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711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34,983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1,457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482,314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233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2,070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315,566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204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1,547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234,265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251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933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3,841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23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167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 · 1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1. Military Service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7584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286,593   (69 posts · 4,154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9278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2. Food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16710"/>
            <a:ext cx="2740180" cy="17584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4900" y="2489278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114,511   (73 posts · 1,569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02284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3. Other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29716"/>
            <a:ext cx="2082265" cy="17584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56985" y="2802284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87,017   (47 posts · 1,851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15290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4. Community Local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42722"/>
            <a:ext cx="1325569" cy="17584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289" y="3115290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55,395   (45 posts · 1,231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28296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5. FIFA — Positive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455728"/>
            <a:ext cx="1244089" cy="17584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18809" y="3428296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51,990   (17 posts · 3,058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41302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6. Downtown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768734"/>
            <a:ext cx="1237389" cy="17584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12109" y="3741302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51,710   (20 posts · 2,586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54308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7. Elections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081740"/>
            <a:ext cx="1001517" cy="17584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76237" y="4054308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41,853   (44 posts · 951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67315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8. Trujillo Scandal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394747"/>
            <a:ext cx="985269" cy="17584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9989" y="4367315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41,174   (18 posts · 2,287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680321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9. Political Highlight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707753"/>
            <a:ext cx="853394" cy="17584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28114" y="4680321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35,663   (37 posts · 964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993327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10. Politics (other)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020759"/>
            <a:ext cx="839730" cy="17584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4450" y="4993327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35,092   (31 posts · 1,132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306333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11. Judicial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333765"/>
            <a:ext cx="803549" cy="17584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8269" y="5306333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33,580   (78 posts · 431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619339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12. City Hall &amp; Civic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646771"/>
            <a:ext cx="719557" cy="17584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94277" y="5619339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30,070   (42 posts · 716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932345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13. Council Chaos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5959777"/>
            <a:ext cx="686534" cy="17584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61254" y="5932345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28,690   (6 posts · 4,782 avg)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 · 2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rest of the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ranked #14 and below. Same bar scale as page 1, so lengths compare directly.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14. Community Events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489571" cy="17584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4291" y="2176272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20,459   (26 posts · 787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9278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15. Lisette Scandal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16710"/>
            <a:ext cx="329005" cy="17584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03725" y="2489278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13,749   (12 posts · 1,146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02284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16. AI Fake News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29716"/>
            <a:ext cx="316011" cy="17584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0731" y="2802284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13,206   (8 posts · 1,651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15290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17. FIFA — Critique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42722"/>
            <a:ext cx="299045" cy="17584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3765" y="3115290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12,497   (10 posts · 1,250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28296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18. Legislation 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455728"/>
            <a:ext cx="290909" cy="17584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65629" y="3428296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12,157   (25 posts · 486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41302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19. Sports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768734"/>
            <a:ext cx="290048" cy="17584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4768" y="3741302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12,121   (16 posts · 758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54308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20. Downtown Nightlife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081740"/>
            <a:ext cx="281720" cy="17584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56440" y="4054308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11,773   (7 posts · 1,682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67315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21. Resident Highlight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394747"/>
            <a:ext cx="281601" cy="17584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56321" y="4367315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11,768   (14 posts · 841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680321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22. State Policy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707753"/>
            <a:ext cx="218977" cy="17584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93697" y="4680321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9,151   (18 posts · 508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993327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23. ICE / Immigration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020759"/>
            <a:ext cx="210554" cy="17584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85274" y="4993327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8,799   (7 posts · 1,257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306333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24. American Pride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333765"/>
            <a:ext cx="208281" cy="17584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83001" y="5306333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8,704   (16 posts · 544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619339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25. Leadership &amp; Life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646771"/>
            <a:ext cx="144772" cy="17584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19492" y="5619339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6,050   (21 posts · 288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932345"/>
            <a:ext cx="246888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26. Brand Growth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5959777"/>
            <a:ext cx="52979" cy="17584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27699" y="5932345"/>
            <a:ext cx="2286000" cy="3130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2,214   (4 posts · 554 avg)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Smaller lanes aren't failures — they're where a single breakout post can move the whole ranking.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Joined the National Guard for college tuition. Now a Battalion Commander after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83,242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2,895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Visa issues left me without a country to study in. Malaysia or Singapore were 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82,151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2,058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15 years in the trucking industry, one truth stands out: regulations can 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29,293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1,942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From Las Vegas to Battalion Commander: A journey fueled by college dreams and mi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22,600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 went from a surplus to a deficit. When spending outpaces revenue, fam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16,915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11,860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Politics Other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