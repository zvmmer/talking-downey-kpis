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Helvetica Neue"/>
              </a:rPr>
              <a:t>OVERALL PERFORMANCE —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Since Jun 8, 2026 · 2026-09-16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tracked post across every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cumulative story — no monthly cutoffs.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HEADLINE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Total reach since engagement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Sum of view counts across every unique post captured since Jun 8,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990011"/>
                </a:solidFill>
                <a:latin typeface="Georgia"/>
              </a:rPr>
              <a:t>592,661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F3C7E"/>
                </a:solidFill>
                <a:latin typeface="Helvetica Neue"/>
              </a:rPr>
              <a:t>total views across all tracked posts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376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510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848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848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280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LIKES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80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18,369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7527" y="4572000"/>
            <a:ext cx="347472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7527" y="4572000"/>
            <a:ext cx="73152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1847" y="47548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AVG VIEWS/POST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1847" y="507492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141833"/>
                </a:solidFill>
                <a:latin typeface="Georgia"/>
              </a:rPr>
              <a:t>1,162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BY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reach is coming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+ post count per platform since Jun 8. Bigger view total = the audience is there.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179,414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164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1,094 avg views/post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836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8367" y="2194560"/>
            <a:ext cx="54864" cy="34747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124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124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240,398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124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150 posts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1,603 avg views/post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728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7287" y="2194560"/>
            <a:ext cx="54864" cy="34747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171,109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181 posts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945 avg views/post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76207" y="219456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6207" y="2194560"/>
            <a:ext cx="54864" cy="34747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59087" y="23774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9087" y="2788920"/>
            <a:ext cx="22402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200" b="1">
                <a:solidFill>
                  <a:srgbClr val="2F3C7E"/>
                </a:solidFill>
                <a:latin typeface="Georgia"/>
              </a:rPr>
              <a:t>1,740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9087" y="384048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59087" y="4297679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59087" y="4663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116 avg views/post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Instagram is the workhorse. TikTok punches above weight on breakouts. YouTube compounds. FB is the reliable floor.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CATEGORY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Which content types earned the most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view totals per category. Numbers speak — this is the sponsor's decision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7627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2203704"/>
            <a:ext cx="6858000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7627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93,789   (61 posts · 1,538 avg)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0545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532888"/>
            <a:ext cx="5879706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426" y="250545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80,410   (147 posts · 547 avg)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military_service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2862072"/>
            <a:ext cx="4572731" cy="192024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7451" y="283464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62,536   (22 posts · 2,843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191256"/>
            <a:ext cx="3738487" cy="192024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13207" y="316382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51,127   (16 posts · 3,195 avg)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9300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520440"/>
            <a:ext cx="3486217" cy="192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0937" y="349300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47,677   (18 posts · 2,649 avg)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2219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Trujillo Scandal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3849624"/>
            <a:ext cx="3009830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550" y="382219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41,162   (18 posts · 2,287 avg)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5137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4178807"/>
            <a:ext cx="2328044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2764" y="415137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31,838   (32 posts · 995 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80560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Politics (other)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07992"/>
            <a:ext cx="2164545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39265" y="4480560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29,602   (18 posts · 1,645 avg)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9744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Council Chaos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4837176"/>
            <a:ext cx="2080382" cy="192024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55102" y="4809744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28,451   (6 posts · 4,742 avg)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38928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Political Highlight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66359"/>
            <a:ext cx="1657373" cy="19202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32093" y="5138928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22,666   (27 posts · 839 avg)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468112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Judicial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5495543"/>
            <a:ext cx="1493800" cy="192024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8520" y="5468112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20,429   (49 posts · 417 avg)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797296"/>
            <a:ext cx="246888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824728"/>
            <a:ext cx="1209650" cy="192024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84370" y="5797296"/>
            <a:ext cx="22860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16,543   (24 posts · 689 avg)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top of the leaderboard tells you what's earning attention. The tail tells you where headroom exists.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ALL-TIME TOP 10 POSTS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peak performers since Jun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Individual URLs ranked by views. These are the moments the audience shows up hardest.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677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677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26771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22677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78608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517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517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26517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962656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962656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0358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03580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3035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46703"/>
            <a:ext cx="54864" cy="384048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4198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4198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41985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34198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730752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8039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380390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11680" y="380390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38039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1879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187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0" y="418795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10,958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24160" y="4187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Politics Other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98848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5720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5720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11680" y="45720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4572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560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49560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11680" y="495604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6384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49560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266944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340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3400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11680" y="5340096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7,523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" y="57241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7280" y="572414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011680" y="5724144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86384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57241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8640" y="6035040"/>
            <a:ext cx="11064240" cy="384048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61081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" y="610819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11680" y="610819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6384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24160" y="6108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