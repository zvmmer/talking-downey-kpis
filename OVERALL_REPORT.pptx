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530,958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462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17,187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155,668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149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1,045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232,176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137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1,695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141,684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163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869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1,430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110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93,657   (61 posts · 1,535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10412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8843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69,705   (136 posts · 513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9029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3749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62,534   (20 posts · 3,127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18395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3115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91131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5851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1385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8572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50193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913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30,730   (30 posts · 1,024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3244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7165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4933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4055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19,793   (49 posts · 404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259903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4623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17,206   (16 posts · 1,075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4664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21368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12,928   (7 posts · 1,847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863025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7745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