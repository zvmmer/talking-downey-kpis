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2026-08-26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496,706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407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15,732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1,220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138,759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131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1,059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224,919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120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1,874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131,720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144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915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1,308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109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92,714   (60 posts · 1,545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4625085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9805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62,527   (20 posts · 3,126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3762971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7691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50,872   (105 posts · 484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3655198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9918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49,415   (13 posts · 3,801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526639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1359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47,677   (16 posts · 2,980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3044507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227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41,159   (18 posts · 2,287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273006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47726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30,729   (30 posts · 1,024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1548031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2751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20,928   (5 posts · 4,186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1271534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46254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17,190   (16 posts · 1,074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AI Fake News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956202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0922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12,927   (7 posts · 1,847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Critique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871803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46523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11,786   (8 posts · 1,473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Judicial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737549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12269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9,971   (35 posts · 285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