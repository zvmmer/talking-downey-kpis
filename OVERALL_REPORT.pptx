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2026-07-24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351,057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12,454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89,172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1,062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171,928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75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2,292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88,976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978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981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123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49,400   (13 posts · 3,800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323242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7962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45,548   (13 posts · 3,504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5430591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05311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39,118   (69 posts · 567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523804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2760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37,731   (30 posts · 1,258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448560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0324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32,311   (8 posts · 4,039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4291664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66384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30,914   (12 posts · 2,576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90534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0068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676563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1283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19,280   (21 posts · 918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74197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8917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14,941   (12 posts · 1,245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793908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68628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12,922   (7 posts · 1,846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739072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3792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12,527   (10 posts · 1,253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015372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0092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7,314   (6 posts · 1,219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28,000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1,700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American Pride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7,360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364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