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990011"/>
                </a:solidFill>
                <a:latin typeface="Helvetica Neue"/>
              </a:rPr>
              <a:t>OVERALL PERFORMANCE — ALL-TIME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Talking Downey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089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0">
                <a:solidFill>
                  <a:srgbClr val="FCF6F5"/>
                </a:solidFill>
                <a:latin typeface="Georgia"/>
              </a:rPr>
              <a:t>Since Jun 8, 2026 · 2026-10-23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Every tracked post across every platform.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937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The cumulative story — no monthly cutoffs.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0350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Prepared by Zhamir Pascual — 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THE HEADLINE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Total reach since engagement started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Sum of view counts across every unique post captured since Jun 8,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106984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0" b="1">
                <a:solidFill>
                  <a:srgbClr val="990011"/>
                </a:solidFill>
                <a:latin typeface="Georgia"/>
              </a:rPr>
              <a:t>930,436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5760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2F3C7E"/>
                </a:solidFill>
                <a:latin typeface="Helvetica Neue"/>
              </a:rPr>
              <a:t>total views across all tracked posts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447" y="4572000"/>
            <a:ext cx="34747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447" y="4572000"/>
            <a:ext cx="73152" cy="12801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3767" y="47548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TOTAL POSTS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3767" y="507492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41833"/>
                </a:solidFill>
                <a:latin typeface="Georgia"/>
              </a:rPr>
              <a:t>677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58487" y="4572000"/>
            <a:ext cx="34747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58487" y="4572000"/>
            <a:ext cx="73152" cy="12801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32807" y="47548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TOTAL LIKES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2807" y="507492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41833"/>
                </a:solidFill>
                <a:latin typeface="Georgia"/>
              </a:rPr>
              <a:t>27,607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07527" y="4572000"/>
            <a:ext cx="34747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7527" y="4572000"/>
            <a:ext cx="73152" cy="12801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81847" y="47548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AVG VIEWS/POST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1847" y="507492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41833"/>
                </a:solidFill>
                <a:latin typeface="Georgia"/>
              </a:rPr>
              <a:t>1,374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BY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Where the reach is coming from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Total views + post count per platform since Jun 8. Bigger view total = the audience is there.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447" y="21945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447" y="2194560"/>
            <a:ext cx="54864" cy="347472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327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INSTAGRAM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327" y="278892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2F3C7E"/>
                </a:solidFill>
                <a:latin typeface="Georgia"/>
              </a:rPr>
              <a:t>400,384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327" y="3840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327" y="429767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222 posts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327" y="4663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1,804 avg views/post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98367" y="21945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98367" y="2194560"/>
            <a:ext cx="54864" cy="34747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81247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TIKTOK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81247" y="278892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2F3C7E"/>
                </a:solidFill>
                <a:latin typeface="Georgia"/>
              </a:rPr>
              <a:t>298,204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81247" y="3840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81247" y="429767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194 posts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81247" y="4663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1,537 avg views/post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87287" y="21945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87287" y="2194560"/>
            <a:ext cx="54864" cy="34747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0167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FACEBOOK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70167" y="278892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2F3C7E"/>
                </a:solidFill>
                <a:latin typeface="Georgia"/>
              </a:rPr>
              <a:t>228,528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3840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0167" y="429767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240 posts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0167" y="4663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952 avg views/post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76207" y="21945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976207" y="2194560"/>
            <a:ext cx="54864" cy="347472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59087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YOUTUBE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59087" y="278892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2F3C7E"/>
                </a:solidFill>
                <a:latin typeface="Georgia"/>
              </a:rPr>
              <a:t>3,320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59087" y="3840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59087" y="429767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21 posts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59087" y="4663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158 avg views/post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Instagram is the workhorse. TikTok punches above weight on breakouts. YouTube compounds. FB is the reliable floor.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ALL-TIME CATEGORY RANKING · 1 OF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Which content types earned the most reach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Cumulative view totals per category. Numbers speak — this is the sponsor's decision matrix.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76272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1. Military Service</a:t>
            </a:r>
          </a:p>
        </p:txBody>
      </p:sp>
      <p:sp>
        <p:nvSpPr>
          <p:cNvPr id="7" name="Rectangle 6"/>
          <p:cNvSpPr/>
          <p:nvPr/>
        </p:nvSpPr>
        <p:spPr>
          <a:xfrm>
            <a:off x="3383280" y="2203704"/>
            <a:ext cx="6858000" cy="19202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19" y="2176272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286,423   (69 posts · 4,151 avg)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05456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2. Food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0" y="2532888"/>
            <a:ext cx="2741806" cy="192024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6526" y="2505456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114,511   (73 posts · 1,569 avg)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34640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3. Community Local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3280" y="2862072"/>
            <a:ext cx="1319125" cy="192024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93845" y="2834640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55,093   (45 posts · 1,224 avg)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163824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4. FIFA — Positive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83280" y="3191256"/>
            <a:ext cx="1244828" cy="192024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19548" y="3163824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51,990   (17 posts · 3,058 avg)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493008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5. Downtown Development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83280" y="3520440"/>
            <a:ext cx="1238123" cy="19202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12843" y="3493008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51,710   (20 posts · 2,586 avg)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822192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6. Trujillo Scandal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83280" y="3849624"/>
            <a:ext cx="985782" cy="192024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60502" y="3822192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41,171   (18 posts · 2,287 avg)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151376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7. Political Highlight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83280" y="4178807"/>
            <a:ext cx="843509" cy="192024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18229" y="4151376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35,229   (37 posts · 952 avg)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480560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8. Politics (other)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383280" y="4507992"/>
            <a:ext cx="822965" cy="192024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97685" y="4480560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34,371   (29 posts · 1,185 avg)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809744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9. Judicial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383280" y="4837176"/>
            <a:ext cx="800410" cy="192024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75130" y="4809744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33,429   (78 posts · 429 avg)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5138928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10. City Hall &amp; Civic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383280" y="5166359"/>
            <a:ext cx="719385" cy="192024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94105" y="5138928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30,045   (42 posts · 715 avg)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5468112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11. Elections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383280" y="5495543"/>
            <a:ext cx="715746" cy="192024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90466" y="5468112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29,893   (39 posts · 766 avg)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5797296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12. Council Chaos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383280" y="5824728"/>
            <a:ext cx="686942" cy="192024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161662" y="5797296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28,690   (6 posts · 4,782 avg)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The top of the leaderboard tells you what's earning attention. The tail tells you where headroom exists.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ALL-TIME CATEGORY RANKING · 2 OF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The rest of the field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Categories ranked #13 and below. Same bar scale as page 1, so lengths compare directly.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76272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13. Community Events</a:t>
            </a:r>
          </a:p>
        </p:txBody>
      </p:sp>
      <p:sp>
        <p:nvSpPr>
          <p:cNvPr id="7" name="Rectangle 6"/>
          <p:cNvSpPr/>
          <p:nvPr/>
        </p:nvSpPr>
        <p:spPr>
          <a:xfrm>
            <a:off x="3383280" y="2203704"/>
            <a:ext cx="489694" cy="192024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964414" y="2176272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20,452   (26 posts · 787 avg)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05456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14. AI Fake News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0" y="2532888"/>
            <a:ext cx="316199" cy="192024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90919" y="2505456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13,206   (8 posts · 1,651 avg)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34640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15. Lisette Scandal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3280" y="2862072"/>
            <a:ext cx="299750" cy="192024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4470" y="2834640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12,519   (12 posts · 1,043 avg)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163824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16. FIFA — Critique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83280" y="3191256"/>
            <a:ext cx="296373" cy="192024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71093" y="3163824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12,378   (10 posts · 1,238 avg)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493008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17. Sports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83280" y="3520440"/>
            <a:ext cx="290220" cy="192024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64940" y="3493008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12,121   (16 posts · 758 avg)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822192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18. Resident Highlight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83280" y="3849624"/>
            <a:ext cx="281121" cy="192024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755841" y="3822192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11,741   (13 posts · 903 avg)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151376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19. Downtown Nightlife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83280" y="4178807"/>
            <a:ext cx="280331" cy="192024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755051" y="4151376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11,708   (7 posts · 1,673 avg)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480560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20. Legislation Watch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383280" y="4507992"/>
            <a:ext cx="260817" cy="192024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735537" y="4480560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10,893   (25 posts · 436 avg)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809744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21. State Policy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383280" y="4837176"/>
            <a:ext cx="210895" cy="192024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85615" y="4809744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8,808   (17 posts · 518 avg)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5138928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22. American Pride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383280" y="5166359"/>
            <a:ext cx="186017" cy="192024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660737" y="5138928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7,769   (15 posts · 518 avg)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5468112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23. ICE / Immigration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383280" y="5495543"/>
            <a:ext cx="161020" cy="192024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35740" y="5468112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6,725   (5 posts · 1,345 avg)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5797296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24. Leadership &amp; Life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383280" y="5824728"/>
            <a:ext cx="144858" cy="192024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19578" y="5797296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6,050   (21 posts · 288 avg)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Smaller lanes aren't failures — they're where a single breakout post can move the whole ranking.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ALL-TIME CATEGORY RANKING · 3 OF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The rest of the field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Categories ranked #25 and below. Same bar scale as page 1, so lengths compare directly.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76272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25. Brand Growth</a:t>
            </a:r>
          </a:p>
        </p:txBody>
      </p:sp>
      <p:sp>
        <p:nvSpPr>
          <p:cNvPr id="7" name="Rectangle 6"/>
          <p:cNvSpPr/>
          <p:nvPr/>
        </p:nvSpPr>
        <p:spPr>
          <a:xfrm>
            <a:off x="3383280" y="2203704"/>
            <a:ext cx="53011" cy="192024"/>
          </a:xfrm>
          <a:prstGeom prst="rect">
            <a:avLst/>
          </a:prstGeom>
          <a:solidFill>
            <a:srgbClr val="E87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27731" y="2176272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2,214   (4 posts · 554 avg)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05456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26. Other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0" y="2532888"/>
            <a:ext cx="45720" cy="192024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20440" y="2505456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1,297   (25 posts · 52 avg)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Smaller lanes aren't failures — they're where a single breakout post can move the whole ranking.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ALL-TIME TOP 10 POSTS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The peak performers since Jun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Individual URLs ranked by views. These are the moments the audience shows up hardest.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11064240" cy="384048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26771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#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26771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PLATFORM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2267712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POST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22677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22677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22677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CATEGORY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578608"/>
            <a:ext cx="54864" cy="384048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65176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65176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265176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Joined the National Guard for college tuition. Now a Battalion Commander after 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26517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83,242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26517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2,895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60" y="26517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Military Service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2962656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2962656"/>
            <a:ext cx="54864" cy="384048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03580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303580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1680" y="303580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Visa issues left me without a country to study in. Malaysia or Singapore were th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0" y="303580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82,151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303580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2,058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60" y="303580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Military Service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346703"/>
            <a:ext cx="54864" cy="384048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341985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341985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11680" y="3419856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Combat jobs aren't for everyone. See how your MOS determines deployment likeliho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0" y="34198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37,900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0" y="34198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2,472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24160" y="34198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Military Service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3730752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38039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" y="380390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011680" y="3803904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Get ready! Round One is taking over the old Sears at Stonewood Mall. This massiv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63840" y="380390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29,200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0" y="380390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2,513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24160" y="380390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418795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" y="418795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011680" y="4187952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Watch party in Stonewood Mall! Over 25,000 people showed up for this epic event.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863840" y="4187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27,400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44000" y="4187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806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24160" y="4187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8640" y="4498848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0080" y="457200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7280" y="457200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011680" y="457200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From Las Vegas to Battalion Commander: A journey fueled by college dreams and mi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63840" y="45720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22,600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44000" y="45720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805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424160" y="45720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Military Service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0080" y="49560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97280" y="495604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011680" y="495604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Mama Lu's is coming to Downey! Asian community favorite, famous for their tender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863840" y="49560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13,600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0" y="49560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951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424160" y="49560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Food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8640" y="5266944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0080" y="534009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97280" y="534009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FB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011680" y="5340096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Chaos erupted at a council meeting when Ms. Rivera began screaming, refusing to 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863840" y="534009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11,860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144000" y="534009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424160" y="534009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Politics Other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40080" y="57241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97280" y="572414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011680" y="5724144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Grew up in Huntington Park and still own property there. The city's o...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863840" y="57241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9,839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144000" y="57241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548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424160" y="57241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Trujillo Scandal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48640" y="6035040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40080" y="61081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10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97280" y="610819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011680" y="6108192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Pop's Wings just opened and it's a must-try! Their pastrami sandwich with sweet 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863840" y="61081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8,352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144000" y="61081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405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424160" y="61081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Food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