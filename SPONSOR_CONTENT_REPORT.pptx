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93,657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30166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7906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79,856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627738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33978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69,705 views · 136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5165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893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62,534 views · 20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063155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9395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3165292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1532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090071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311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46,544 views · 76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669821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061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40,214 views · 52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46525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2765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8,232 views · 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13994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20234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7,742 views · 15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17794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4034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6,293 views · 9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1088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328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759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99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93,657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1,029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46,544 views · 76 posts · 612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5214272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11952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40,214 views · 52 posts · 773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11952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003851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1531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7,742 views · 15 posts · 516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1531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815969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3649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6,293 views · 9 posts · 699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3649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802874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0554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0554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46,544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76 posts · 1,234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612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3,870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3,200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40,214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824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3,520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6,293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 posts · 211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699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2,249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965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IG  ·  802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93,657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1,535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62,534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3,127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79,856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1,266 avg views/post   ·   161 posts   ·   203,815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