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C9A227"/>
                </a:solidFill>
                <a:latin typeface="Helvetica Neue"/>
              </a:rPr>
              <a:t>SPONSOR CONTENT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CF6F5"/>
                </a:solidFill>
                <a:latin typeface="Georgia"/>
              </a:rPr>
              <a:t>What worked. What to fund more 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Reporting window: Jun 8 →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Every content category, ranked. One page per bucket.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Numbers are cumulative views since engagement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9A227"/>
                </a:solidFill>
                <a:latin typeface="Helvetica Neue"/>
              </a:rPr>
              <a:t>AUDIENCE TAGS — READ ME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The audience labels on each category are THEORETICAL.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The tags on each category card ("Young 18-40", "Older 55+ values-driven", etc.)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based on CONTENT VIBE — not on actual platform demographic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Why? Platforms lock demographics behind account access. Right now Z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sees public metrics (view counts, likes, timestamps). Age/gender/location breakdowns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sit inside the Facebook Business Suite, Instagram Insights, YouTube Studio, and TikTok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Business analytics — accessible only to the account owner or someone with delegated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5137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How to upgrade this deck: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  Grant Z view-only access to Talking Downey's Meta Business Suite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  YouTube Studio + TikTok Business. That flips these theoretical labels into 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  data — real age brackets, real gender splits, real geo. Same content, sharper 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3153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875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Until then: treat the audience tags as EDUCATED HYPOTHESES to react to,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not facts to invest against. They're worth including because content-vibe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996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inference has a track record — but honest is honest.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Ask the sponsor for analytics access — it's the single biggest upgrade to this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Where your money went — and what it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Every content type, ranked by total views. Bigger = better performing.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Other / Uncategorized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85064"/>
            <a:ext cx="6217920" cy="128016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2121408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297,367 views · 214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3312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Military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476968"/>
            <a:ext cx="2193659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9899" y="2413312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104,910 views · 48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05217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Food &amp; Local Flavor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768873"/>
            <a:ext cx="2111839" cy="128016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079" y="2705217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100,997 views · 63 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97121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Truth &amp; Scandal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060778"/>
            <a:ext cx="1871981" cy="128016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8221" y="2997121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89,526 views · 36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89026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Elections &amp; Judicial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52682"/>
            <a:ext cx="1730212" cy="128016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6452" y="3289026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82,746 views · 111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80931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Community &amp; Culture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644587"/>
            <a:ext cx="1579618" cy="128016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85858" y="3580931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75,544 views · 71 posts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72835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FIFA / World Cup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936491"/>
            <a:ext cx="1345929" cy="128016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2169" y="3872835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64,368 views · 27 posts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64740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228396"/>
            <a:ext cx="1081251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7491" y="4164740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51,710 views · 20 posts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56644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Political Individual Highlights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520301"/>
            <a:ext cx="736593" cy="12801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2833" y="4456644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35,227 views · 37 posts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48549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Legislation &amp; Policy Watch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812205"/>
            <a:ext cx="227771" cy="128016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011" y="4748549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10,893 views · 25 posts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40454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Resident Highlights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104110"/>
            <a:ext cx="172674" cy="128016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8914" y="5040454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8,258 views · 8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32358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American Pride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396015"/>
            <a:ext cx="162449" cy="128016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8689" y="5332358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7,769 views · 15 posts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24263"/>
            <a:ext cx="32004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Brand Growth 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687919"/>
            <a:ext cx="45720" cy="128016"/>
          </a:xfrm>
          <a:prstGeom prst="rect">
            <a:avLst/>
          </a:prstGeom>
          <a:solidFill>
            <a:srgbClr val="E87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59" y="5624263"/>
            <a:ext cx="2286000" cy="291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1,111 views · 2 posts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Top bucket is your engine. Bottom bucket is either an opportunity or a lane to retire.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990011"/>
                </a:solidFill>
                <a:latin typeface="Helvetica Neue"/>
              </a:rPr>
              <a:t>SECTION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The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CF6F5"/>
                </a:solidFill>
                <a:latin typeface="Helvetica Neue"/>
              </a:rPr>
              <a:t>8 categories driving the bulk of your reach. Each averages 800+ views per post — proven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Military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Army/JROTC/veteran interviews — the human side of military service (NOT policy — that's Legislation Watch).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AUDIENCE (theoretical): Traditional / patriotic · Middle (40-55) + Older (55+), veterans + families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104,910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48 posts · 4,541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2,186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#1  ·  TT  ·  37,900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Combat jobs aren't for everyone. See how your MOS determines deployment likelihood and wha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#2  ·  TT  ·  22,600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From Las Vegas to Battalion Commander: A journey fueled by college dreams and military opp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#3  ·  IG  ·  5,139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Not everyone deployed sees combat, even with 20 years in. Your MOS matters. Logistics migh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Food &amp; Local Flavor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Restaurants, chefs, dining — the everyday Downey. Pop's Wings, Porto's, Gyu, etc.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AUDIENCE (theoretical): Everyday appeal · Broad, skews Young (18-40) foodie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7A43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100,997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63 posts · 3,242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1,603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7A43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#1  ·  TT  ·  13,600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Mama Lu's is coming to Downey! Asian community favorite, famous for their tenderloin. Get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#2  ·  TT  ·  8,352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just opened and it's a must-try! Their pastrami sandwich with sweet potato fri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#3  ·  TT  ·  6,529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Downey residents want diverse dining and nightlife, but it needs to be responsible. Addres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Truth &amp; Scandal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Investigative — the heat that drives peak 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AUDIENCE (theoretical): Cut-throat drama · punches hardest Young (18-40), broad appeal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89,526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36 posts · 2,028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2,487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#1  ·  TT  ·  9,839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Grew up in Huntington Park and still own property there. The city's o...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#2  ·  IG  ·  7,762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Chaos erupted! Lissette Rivera refused to calm down, escalating until she was escorted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#3  ·  IG  ·  7,031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woman's outburst at a city council meeting, repeatedly warned by the mayor, led to her 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Community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Local color, events, pageantry, personal growth, city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41833"/>
                </a:solidFill>
                <a:latin typeface="Helvetica Neue"/>
              </a:rPr>
              <a:t>AUDIENCE (theoretical): Local color · Broad, 30+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75,544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71 posts · 1,513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1,064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#1  ·  FB  ·  7,150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What kind of conduct should we expect from those seeking public office? During a Downey 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#2  ·  FB  ·  4,676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An emotional response to a Charlie Kirk &amp; LGBQT comment raises questions about a leader's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#3  ·  IG  ·  3,965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Following an outburst, she was removed as a Chamber of Commerce ambassador and rejected fo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FIFA / World Cup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Sports commentary — split between celebration and critique.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AUDIENCE (theoretical): Sports commentary · Young-Middle (25-45), sports fans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64,368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27 posts · 1,489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2,384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B7082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#1  ·  TT  ·  27,400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Watch party in Stonewood Mall! Over 25,000 people showed up for this epic event. Cost $300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#2  ·  IG  ·  7,180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25,000+ people gathered for a watch party at Stonewood Mall! Despite the $300k cost, it wa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#3  ·  FB  ·  6,355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Over 25,000 people gathered at Stonewood Mall for a massive watch party. Despite the $300,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Downtown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Physical growth of Downey — Round One, Fun Box, Stonewood, YMCA, new businesses opening.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AUDIENCE (theoretical): Local civic pride · Downey residents 30+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51,710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20 posts · 3,040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2,586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#1  ·  TT  ·  29,200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Get ready! Round One is taking over the old Sears at Stonewood Mall. This massive 150,000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#2  ·  IG  ·  4,455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Round One is coming to Stonewood Mall, transforming the old Sears space! Get ready for a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#3  ·  IG  ·  2,390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20 years later, this letter still resonates. It sparked the Downtown Improvement Associati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Political Individual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Candidate/elected personality profiles — Carrie Uva, Hector Sosa. Not scandal-driven.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AUDIENCE (theoretical): Personal profile · Broad (voters, campaign-season readers)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35,227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37 posts · 791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952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#1  ·  FB  ·  4,278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With a clear choice for Downey, Hector Sosa stands out. His campaign kickoff event was a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#2  ·  FB  ·  3,053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Don't be fooled by simple comparisons. Carrie Uva, a lifelong Democrat, has earned endorse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#3  ·  FB  ·  2,253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Newsom administration and Rob Bonta's lawsuit against the federal government has been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Modest reach. Fine as filler between heavy hitters, not a headline 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Resident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Non-political citizen profiles — small business owners, community members. Granata, Gately, the deacon.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AUDIENCE (theoretical): Human interest · Broad, community-connected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7A43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8,258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8 posts · 141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1,032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7A43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#1  ·  IG  ·  3,551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Almost ran over a family. I got the license plate, checked on them. Turns out he's a Catho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#2  ·  FB  ·  2,491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terrifying moment outside City Hall as a car nearly hits a family. A witness captured 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#3  ·  FB  ·  812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Running a restaurant means the show must go on, even when things are falling apart. Unlike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Solid mid-tier. Worth continued investment. Test scaling to see if it holds.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Helvetica Neue"/>
              </a:rPr>
              <a:t>SECTION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Worth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CF6F5"/>
                </a:solidFill>
                <a:latin typeface="Helvetica Neue"/>
              </a:rPr>
              <a:t>3 smaller lanes still building audience. Real potential, low volume — don't retire prematurely.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WORTH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Small lanes that could develop into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Low volume today, but real audience potential. Don't kill these before they get their 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3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Elections &amp; Judicial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217420"/>
            <a:ext cx="6035040" cy="274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9" y="2148839"/>
            <a:ext cx="2286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82,746 views · 111 posts · 745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9" y="2354579"/>
            <a:ext cx="4572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082"/>
                </a:solidFill>
                <a:latin typeface="Helvetica Neue"/>
              </a:rPr>
              <a:t>Slow-burn policy · Middle (40-55) + Older (55+) engaged voters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5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Legislation &amp; Policy 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720339"/>
            <a:ext cx="794475" cy="274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2155" y="2651759"/>
            <a:ext cx="2286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10,893 views · 25 posts · 436 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2155" y="2857499"/>
            <a:ext cx="4572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082"/>
                </a:solidFill>
                <a:latin typeface="Helvetica Neue"/>
              </a:rPr>
              <a:t>Slow-burn policy · Older (55+), civic-engaged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7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American Pride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223260"/>
            <a:ext cx="566628" cy="274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308" y="3154679"/>
            <a:ext cx="2286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7,769 views · 15 posts · 518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308" y="3360420"/>
            <a:ext cx="4572000" cy="251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082"/>
                </a:solidFill>
                <a:latin typeface="Helvetica Neue"/>
              </a:rPr>
              <a:t>Traditional / patriotic · Older (55+), values-driven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Don't retire these based on volume alone — small consistent posting builds audience over months, not weeks.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Elections &amp; Judicial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Coverage of campaigns, courts, and local government.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AUDIENCE (theoretical): Slow-burn policy · Middle (40-55) + Older (55+) engaged voters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82,746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111 posts · 1,981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745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#1  ·  FB  ·  11,860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Chaos erupted at a council meeting when Ms. Rivera began screaming, refusing to calm down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#2  ·  FB  ·  5,812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Tensions flared at the city council meeting as a woman repeatedly defied the mayor's reque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#3  ·  IG  ·  4,046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candidate's DSA membership raises questions about their loyalties. Pledging to 'co-gover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Modest reach. Fine as filler between heavy hitters, not a headline lane.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Legislation &amp; Policy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CA bills, propositions, HOA fights, wealth tax — policy commentary independent of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AUDIENCE (theoretical): Slow-burn policy · Older (55+), civic-engaged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10,893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25 posts · 146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436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#1  ·  FB  ·  914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Prop 3 is presented as a temporary measure, but it's actually an extension of existing tax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#2  ·  FB  ·  726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Assembly Bill 1821 raises concerns about public records requests. While cities face costs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#3  ·  FB  ·  683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Two significant legislative wins for HOAs and condo buyers. We successfully opposed a bill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Modest reach. Fine as filler between heavy hitters, not a headline lane.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CATEGORY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American Pride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Patriotic content + historical/analytical (1968, forefathers, unity language).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AUDIENCE (theoretical): Traditional / patriotic · Older (55+), values-driven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TOTAL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Georgia"/>
              </a:rPr>
              <a:t>7,769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15 posts · 113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518 average views per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TOP 3 IN THIS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5603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#1  ·  TT  ·  1,098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44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Embarrassed to be American? Pride in this country is essential, espec...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#2  ·  FB  ·  797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587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World Cup is a massive moneymaker for FIFA, projected to generate $11 billion in profi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53035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389120"/>
            <a:ext cx="54864" cy="8229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#3  ·  IG  ·  726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1968: A year of stark divisions. Hippie or not? For government or against? Revolution or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Modest reach. Fine as filler between heavy hitters, not a headline lane.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Where we recommend leaning in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Three lanes that have proven reach + audience fit. Small bets get compound returns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1965960"/>
            <a:ext cx="356616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1965960"/>
            <a:ext cx="91440" cy="3566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LEAN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F3C7E"/>
                </a:solidFill>
                <a:latin typeface="Georgia"/>
              </a:rPr>
              <a:t>Downtown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41833"/>
                </a:solidFill>
                <a:latin typeface="Georgia"/>
              </a:rPr>
              <a:t>51,710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20 posts · 2,586 avg views/post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38404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406907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Local civic pride · Downey residents 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4617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4846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Round One + Fun Box + Stonewood expansion = concrete stories in-hand. Downey residents share these hard.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767" y="1965960"/>
            <a:ext cx="356616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767" y="1965960"/>
            <a:ext cx="91440" cy="35661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7087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LEAN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087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F3C7E"/>
                </a:solidFill>
                <a:latin typeface="Georgia"/>
              </a:rPr>
              <a:t>Food &amp; Local Flavor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7087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41833"/>
                </a:solidFill>
                <a:latin typeface="Georgia"/>
              </a:rPr>
              <a:t>100,997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708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63 posts · 1,603 avg views/post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7087" y="38404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087" y="406907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Everyday appeal · Broad, skews Young (18-40) foodie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617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WHY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7087" y="4846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alone did 7.7k views. Downey is food-curious. Easy content to produce, high engagement.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1807" y="1965960"/>
            <a:ext cx="356616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1807" y="1965960"/>
            <a:ext cx="91440" cy="3566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6127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LEAN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6127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F3C7E"/>
                </a:solidFill>
                <a:latin typeface="Georgia"/>
              </a:rPr>
              <a:t>Military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6127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41833"/>
                </a:solidFill>
                <a:latin typeface="Georgia"/>
              </a:rPr>
              <a:t>104,910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48 posts · 2,186 avg views/post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6127" y="38404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AUDIENCE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6127" y="406907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Traditional / patriotic · Middle (40-55) + Older (55+), veterans + families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6127" y="4617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WHY 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6127" y="4846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13 posts already at 2,930 avg — punches above weight. Underserved audience with high emotional pull.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06440"/>
            <a:ext cx="10698480" cy="77724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97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THE COMPOUNDING BET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1722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CF6F5"/>
                </a:solidFill>
                <a:latin typeface="Helvetica Neue"/>
              </a:rPr>
              <a:t>These three lanes serve different audiences (18-40 foodie · 30+ residents · 40+ veterans). Investing in all three widens the audience without diluting any one lane.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Why we still cover the lower-view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Not every category needs to top the leaderboard. Here's why the quieter buckets earn their spend.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19456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2194560"/>
            <a:ext cx="91440" cy="329184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423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REASON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743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NEW AUDIENCE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2918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Scandal brings viewers. Positive content KEEPS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39319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Without community coverage, viewers churn after 3-4 controversy spikes. They came for drama, they leave because they don't feel connection to Downey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2767" y="219456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2767" y="2194560"/>
            <a:ext cx="91440" cy="3291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087" y="2423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REASON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2743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EDITORIAL CREDIBILITY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32918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A show that only reports negatives becomes a hit piece.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39319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Sponsors don't want to attach to a hit piece. Positive coverage — resident highlights, downtown growth, community wins — proves objectivity. That's what makes sponsorship durable.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1807" y="219456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1807" y="2194560"/>
            <a:ext cx="91440" cy="3291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2423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REASON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2743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ALGORITHMIC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6127" y="32918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Platforms punish single-topic accounts.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39319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Instagram, TikTok, and YouTube increasingly penalize accounts that push one theme. A mixed content diet earns more consistent reach across ALL posts, including the scandal ones. Diversification pays.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Low-view lanes aren't dead weight. They're the connective tissue that turns viral reach into a durable audience.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HONEST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Reach vs. depth — what each side actually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This isn't a Downey problem. It's how every social platform works. The question is the RATIO, not the choice.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10312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2103120"/>
            <a:ext cx="91440" cy="36576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WHAT EARNS EYEBALLS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Truth &amp; Scandal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1546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2,487 avg views/post   ·   36 posts   ·   89,526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361187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TOP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3931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9,839 views — Grew up in Huntington Park and still own property there. The city's 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466344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Every scandal post averages 3-5× the reach of positive posts. This is the platform algorithm, not Downey. Outrage drives comments, comments drive reach, reach drives new followers.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210312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2103120"/>
            <a:ext cx="91440" cy="36576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WHAT EARNS 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Everything 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8767" y="31546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1,306 avg views/post   ·   214 posts   ·   279,505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361187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TOP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3931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29,200 views — Get ready! Round One is taking over the old Sears at Stonewood Mall.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466344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Positive posts get fewer views per post — but they turn viewers into subscribers. Loyalty compounds. It's slower, but it's the audience the sponsor's brand actually attaches 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CF6F5"/>
                </a:solidFill>
                <a:latin typeface="Helvetica Neue"/>
              </a:rPr>
              <a:t>Both matter. The real question isn't which lane wins — it's the RATIO between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THREE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How aggressive do we lean, and toward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Each direction is a defensible choice. Each has a cost. The right one depends on what the sponsor wants Talking Downey to 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1874519"/>
            <a:ext cx="3611880" cy="3703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1874519"/>
            <a:ext cx="91440" cy="3703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DIRECTION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MAXIMUM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2715768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60% scandal / 40% positive filler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29183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87" y="3547872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Bigger view numbers.
More new audience per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87" y="42976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" y="45537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Higher churn. Editorial credibility risk. Sponsor-brand risk if scandal target sues or spirals.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87" y="49834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PICK 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" y="523951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You want raw growth numbers to show the sponsor month-over-month.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9907" y="1874519"/>
            <a:ext cx="3611880" cy="3703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9907" y="1874519"/>
            <a:ext cx="91440" cy="37033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4227" y="2057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DIRECTION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22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BALANCED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4227" y="2715768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40% investigative / 40% positive / 20% 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4227" y="329183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WINS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4227" y="3547872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Sustainable growth.
Credibility intact.
Both audiences 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227" y="42976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227" y="45537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Slower month-over-month reach curve. Requires editorial discipline to hold the ratio.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4227" y="49834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PICK 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227" y="523951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You want a durable show that a sponsor can attach to long-term.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8947" y="1874519"/>
            <a:ext cx="3611880" cy="3703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8947" y="1874519"/>
            <a:ext cx="91440" cy="370332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3267" y="20574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DIRECTION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2331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3C7E"/>
                </a:solidFill>
                <a:latin typeface="Georgia"/>
              </a:rPr>
              <a:t>POSITIVE-LEAN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2715768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20% scandal / 60% positive / 20% community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329183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WINS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3547872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Community-cheerleader positioning.
Safe sponsor territory.
High trust.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42976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COSTS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267" y="45537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Lowest total reach. Loses the scandal-hungry audience over time. Harder to attract new eyeballs.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3267" y="4983479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PICK IF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267" y="523951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You want to position Talking Downey as Downey's booster, not its watchdog.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852160"/>
            <a:ext cx="10698480" cy="77724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IF BRAND IMAGE MATTERS AS MUCH AS REACH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217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CF6F5"/>
                </a:solidFill>
                <a:latin typeface="Helvetica Neue"/>
              </a:rPr>
              <a:t>The Balanced Portfolio best fits Talking Downey today — preserves scandal reach while showing the depth sponsors attach to comfortably.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