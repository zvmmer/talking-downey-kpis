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2026-07-27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203703"/>
            <a:ext cx="6217920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69,609 views · 27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6386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548682"/>
            <a:ext cx="5553063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9303" y="2466386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62,166 views · 23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1364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893660"/>
            <a:ext cx="4070424" cy="14381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6664" y="2811364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45,568 views · 13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56342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238638"/>
            <a:ext cx="3802713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8953" y="3156342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42,571 views · 75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01320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583616"/>
            <a:ext cx="3411195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7435" y="3501320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38,188 views · 30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629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928594"/>
            <a:ext cx="3372160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78400" y="384629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37,751 views · 8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91277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273573"/>
            <a:ext cx="2382870" cy="14381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9110" y="4191277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26,676 views · 36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36255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618551"/>
            <a:ext cx="2358752" cy="14381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4992" y="4536255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26,406 views · 37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81233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963529"/>
            <a:ext cx="655298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1538" y="4881233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7,336 views · 6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226211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5308507"/>
            <a:ext cx="361235" cy="14381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67475" y="5226211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71189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653485"/>
            <a:ext cx="99241" cy="14381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5481" y="5571189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69,609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1,714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62,166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23 posts · 1,460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2,703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Stonewood, YMCA, new businesses opening.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45,568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2,816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3,505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Downtown Development is a proven driver of reach.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Other / Uncategorized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Content that doesn't fit the above buckets — usually casual/BTS.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42,571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75 posts · 1,652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568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7,698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3,717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believe the fake rumors. Married 42 years, no strippers, no cocaine at my bachelor 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IG  ·  1,626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Truth revealed: Accusations of attacking opponents, fueling division, and demeaning women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38,188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30 posts · 1,459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1,273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3,346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Downey's food scene is wild! Porto's, pho, Mongolian BBQ, Waba Grill, poke, and Starfish 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2,326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 many food choices right next to Porto's downtown Downey! From pho and Mongolian BBQ to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— July 4th, veterans, pride pieces.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37,751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2,279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4,719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33,400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TT  ·  1,098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TT  ·  982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years in the Army and they paid for college. Psychology degree achieved! You can enlist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American Pride is a proven driver of reach.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26,676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36 posts · 507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741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city life.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26,406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37 posts · 888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714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IG  ·  2,848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TT  ·  2,205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1,788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Pop's Wings, a family-owned gem in Downey serving up more than just wings. Their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1,223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scandal-driven; just meet-the-person.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Brand Growth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Self-referential updates — 'our growth is exponential' style posts.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1,111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 posts · 17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556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#1  ·  FB  ·  699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seeing exponential growth across our social platforms, with over 100k views combined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#2  ·  TT  ·  412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Social media growth is exponential! Over 100k views total, with 54k+ on one platform alone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2,578 avg views/post   ·   27 posts   ·   69,609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1,577 avg views/post   ·   101 posts   ·   159,293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33,400 views — Combat jobs aren't for everyone. See how your MOS determines deploymen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