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74639"/>
            <a:ext cx="6217920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286,423 views · 69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92462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45693"/>
            <a:ext cx="222105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7296" y="2392462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102,311 views · 49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63516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16747"/>
            <a:ext cx="2120804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044" y="2663516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97,693 views · 146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34570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Sports (FIFA, UCLA, Rams/NFL)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2987801"/>
            <a:ext cx="1660489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66729" y="2934570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76,489 views · 43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05625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258856"/>
            <a:ext cx="1639996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6236" y="3205625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75,545 views · 71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476679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529910"/>
            <a:ext cx="1122565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28805" y="3476679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51,710 views · 20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7733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City Hall &amp; Civic Issues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800964"/>
            <a:ext cx="906410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12650" y="3747733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41,753 views · 49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018787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072019"/>
            <a:ext cx="764781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1021" y="4018787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35,229 views · 37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89842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343073"/>
            <a:ext cx="427686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3926" y="4289842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19,701 views · 42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560896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614127"/>
            <a:ext cx="254883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61123" y="4560896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11,741 views · 13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831950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4885182"/>
            <a:ext cx="16865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4896" y="4831950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103005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Leadership &amp; Life Lessons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156236"/>
            <a:ext cx="131338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7578" y="5103005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6,050 views · 21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374059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427290"/>
            <a:ext cx="48063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4303" y="5374059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2,214 views · 4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645113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0" y="5698344"/>
            <a:ext cx="4572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59" y="5645113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1,297 views · 25 posts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286,423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69 posts · 9,877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4,151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IG  ·  83,242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moving ever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82,151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the options.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TT  ·  37,900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102,311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49 posts · 2,196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2,088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7,762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Sports (FIFA, UCLA, Rams/NFL)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World Cup, UCLA memories, Rams/NFL takes.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76,489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43 posts · 1,776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1,779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75,545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71 posts · 1,513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1,064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7,150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What kind of conduct should we expect from those seeking public office? During a Downey Ci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FB  ·  4,676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IG  ·  3,965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51,710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3,040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2,586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City Hall &amp; Civic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Roads, stop signs, budgets, Planning Commission, downtown nightlife safety — how the city actually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Practical local · Downey homeowners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41,753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49 posts · 727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852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2,829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Is bottle service at nightclubs contributing to late-night street fights? We're seeing a 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1,921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Downtown is a concern, with businesses struggling from late-night chaos. Solutions are bei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TT  ·  1,745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Bottle service gone wrong: Fights erupting on the streets after clubs close. It's a danger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35,229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37 posts · 791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952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4,278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11,741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270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903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1,235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Three boys, 6, 5, and 4. They're a handful, but you can still serve and have babies. So 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97,693 views · 146 posts · 669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1217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14720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19,701 views · 42 posts · 469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4720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479934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7614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7614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Leadership &amp; Life Lessons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373742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1422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6,050 views · 21 posts · 288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1422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Self-improvement · Young-Middle (25-45), professionals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136771" cy="27432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451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2,214 views · 4 posts · 554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451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Insider / meta · Existing followers only (echo chamber — can't scale)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97,693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146 posts · 2,580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669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11,860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tax, high-speed rail, homelessness — state-level policy commentary.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19,701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42 posts · 421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469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IG  ·  1,437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5 to 7 people die on LA streets daily. Years of this, yet no urgency. A complete failure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1,106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astonishing 5 to 7 people die homeless on Los Angeles streets every single day. This ha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FB  ·  914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Prop 3 is presented as a temporary measure, but it's actually an extension of existing tax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Leadership &amp; Life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Hiring, leadership, empathy, entrepreneurship — advice-style clips.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Self-improvement · Young-Middle (25-45), professionals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102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288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790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Building a successful team means more than just hiring. It's about putting the right peopl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592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Young entrepreneurs, listen up! Athletes dream big, but have a backup plan. Become a busin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IG  ·  581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the right people on your bus, and the wrong people off. Ensure everyone's in the right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Underperforming. Either the format needs work — or the audience isn't there for it. Discuss with editor before more spend.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Brand Growth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Self-referential updates — 'our growth is exponential' style posts.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E87E8F"/>
                </a:solidFill>
                <a:latin typeface="Helvetica Neue"/>
              </a:rPr>
              <a:t>AUDIENCE (theoretical): Insider / meta · Existing followers only (echo chamber — can't scale)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2,214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 posts · 34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554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#1  ·  FB  ·  1,101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building this show for you! Your questions and suggestions directly influence what 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#2  ·  FB  ·  699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seeing exponential growth across our social platforms, with over 100k views combined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#3  ·  TT  ·  412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Social media growth is exponential! Over 100k views total, with 54k+ on one platform alone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51,710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2,586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286,423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69 posts · 4,151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2,088 avg views/post   ·   49 posts   ·   102,311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1,295 avg views/post   ·   229 posts   ·   296,505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