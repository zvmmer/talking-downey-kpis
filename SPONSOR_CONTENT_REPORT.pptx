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C9A227"/>
                </a:solidFill>
                <a:latin typeface="Helvetica Neue"/>
              </a:rPr>
              <a:t>SPONSOR CONTENT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What worked. What to fund more of.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Reporting window: Jun 8 → 2026-09-14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content category, ranked. One page per bucket.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Numbers are cumulative views since engagement start.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A227"/>
                </a:solidFill>
                <a:latin typeface="Helvetica Neue"/>
              </a:rPr>
              <a:t>AUDIENCE TAGS — READ ME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9144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Georgia"/>
              </a:rPr>
              <a:t>The audience labels on each category are THEORETICAL.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The tags on each category card ("Young 18-40", "Older 55+ values-driven", etc.) 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5915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based on CONTENT VIBE — not on actual platform demographic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1518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7121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Why? Platforms lock demographics behind account access. Right now Z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sees public metrics (view counts, likes, timestamps). Age/gender/location breakdowns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8328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sit inside the Facebook Business Suite, Instagram Insights, YouTube Studio, and TikTok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63931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Business analytics — accessible only to the account owner or someone with delegated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9534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access.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15137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0740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How to upgrade this deck: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6344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Grant Z view-only access to Talking Downey's Meta Business Suite 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1947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YouTube Studio + TikTok Business. That flips these theoretical labels into hard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7550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data — real age brackets, real gender splits, real geo. Same content, sharper story.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43153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68756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Until then: treat the audience tags as EDUCATED HYPOTHESES to react to,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94360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not facts to invest against. They're worth including because content-vibe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619963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inference has a track record — but honest is honest.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635508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Ask the sponsor for analytics access — it's the single biggest upgrade to this report.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your money went — and what it 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Every content type, ranked by total views. Bigger = better performing.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21408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Food &amp; Local Flavor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2185064"/>
            <a:ext cx="6217920" cy="128016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0" y="2121408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93,782 views · 61 posts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13312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Truth &amp; Scandal Reporting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2476968"/>
            <a:ext cx="5762558" cy="12801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8798" y="2413312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86,914 views · 34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05217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Other / Uncategorized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0" y="2768873"/>
            <a:ext cx="5108955" cy="128016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15195" y="2705217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77,056 views · 141 posts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997121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FIFA / World Cup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0" y="3060778"/>
            <a:ext cx="4167402" cy="128016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3642" y="2997121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62,855 views · 24 posts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289026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Military Service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0" y="3352682"/>
            <a:ext cx="4146186" cy="12801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2426" y="3289026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62,535 views · 22 posts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580931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Elections &amp; Judicial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0" y="3644587"/>
            <a:ext cx="4118074" cy="12801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24314" y="3580931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62,111 views · 83 posts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872835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0" y="3936491"/>
            <a:ext cx="3161073" cy="12801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67313" y="3872835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47,677 views · 18 posts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164740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Community &amp; Culture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0" y="4228396"/>
            <a:ext cx="2732498" cy="128016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38738" y="4164740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41,213 views · 54 posts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456644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Political Individual Highlights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0" y="4520301"/>
            <a:ext cx="1047304" cy="128016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53544" y="4456644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15,796 views · 22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748549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Resident Highlights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0" y="4812205"/>
            <a:ext cx="546923" cy="128016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3163" y="4748549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8,249 views · 8 posts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040454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American Pride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5104110"/>
            <a:ext cx="514833" cy="12801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21073" y="5040454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7,765 views · 15 posts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332358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Legislation &amp; Policy Watch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0" y="5396015"/>
            <a:ext cx="410541" cy="12801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16781" y="5332358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6,192 views · 13 posts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5624263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Brand Growth Content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0" y="5687919"/>
            <a:ext cx="73661" cy="128016"/>
          </a:xfrm>
          <a:prstGeom prst="rect">
            <a:avLst/>
          </a:prstGeom>
          <a:solidFill>
            <a:srgbClr val="E87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79901" y="5624263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1,111 views · 2 posts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Top bucket is your engine. Bottom bucket is either an opportunity or a lane to retire.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990011"/>
                </a:solidFill>
                <a:latin typeface="Helvetica Neue"/>
              </a:rPr>
              <a:t>SECTION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The engines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CF6F5"/>
                </a:solidFill>
                <a:latin typeface="Helvetica Neue"/>
              </a:rPr>
              <a:t>6 categories driving the bulk of your reach. Each averages 800+ views per post — proven audience.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Food &amp; Local Flavor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Restaurants, chefs, dining — the everyday Downey. Pop's Wings, Porto's, Gyu, etc.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 (theoretical): Everyday appeal · Broad, skews Young (18-40) foodie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93,782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61 posts · 3,033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1,537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#1  ·  TT  ·  13,600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tenderloin. Get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#2  ·  TT  ·  8,352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sweet potato fri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#3  ·  FB  ·  4,999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Discover My Home, a beloved Chinese restaurant in Downey. Their Mongolian beef, dumplings,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Truth &amp; Scandal Reporting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Investigative — the heat that drives peak reach.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AUDIENCE (theoretical): Cut-throat drama · punches hardest Young (18-40), broad appeal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86,914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34 posts · 1,986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2,556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9,839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IG  ·  7,051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Chaos erupted! Lissette Rivera refused to calm down, escalating until she was escorted out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IG  ·  7,031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mayor, led to her 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FIFA / World Cup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Sports commentary — split between celebration and critique.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AUDIENCE (theoretical): Sports commentary · Young-Middle (25-45), sports fans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62,855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24 posts · 1,465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2,619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#1  ·  TT  ·  27,400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 Cost $300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#2  ·  IG  ·  7,180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$300k cost, it wa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#3  ·  FB  ·  6,355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Despite the $300,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Military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Army/JROTC/veteran interviews — the human side of military service (NOT policy — that's Legislation Watch).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 (theoretical): Traditional / patriotic · Middle (40-55) + Older (55+), veterans + families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62,535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22 posts · 3,195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2,842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#1  ·  TT  ·  37,900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likelihood and wha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#2  ·  IG  ·  5,139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Not everyone deployed sees combat, even with 20 years in. Your MOS matters. Logistics migh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#3  ·  IG  ·  4,043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Dreamed of college, but the cost was a barrier. Joined the Army, and they paid for everyth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Downtown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Physical growth of Downey — Round One, Fun Box, Stonewood, YMCA, new businesses opening.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 (theoretical): Local civic pride · Downey residents 30+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47,677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18 posts · 2,912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2,649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#1  ·  TT  ·  29,200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massive 150,000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#2  ·  IG  ·  4,455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Round One is coming to Stonewood Mall, transforming the old Sears space! Get ready for a 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#3  ·  IG  ·  2,390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20 years later, this letter still resonates. It sparked the Downtown Improvement Associati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Resident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Non-political citizen profiles — small business owners, community members. Granata, Gately, the deacon.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 (theoretical): Human interest · Broad, community-connected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8,249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8 posts · 141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1,031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#1  ·  IG  ·  3,551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Almost ran over a family. I got the license plate, checked on them. Turns out he's a Catho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#2  ·  FB  ·  2,491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terrifying moment outside City Hall as a car nearly hits a family. A witness captured 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#3  ·  FB  ·  812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Running a restaurant means the show must go on, even when things are falling apart. Unlike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E86AB"/>
                </a:solidFill>
                <a:latin typeface="Helvetica Neue"/>
              </a:rPr>
              <a:t>SECTION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Worth watching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CF6F5"/>
                </a:solidFill>
                <a:latin typeface="Helvetica Neue"/>
              </a:rPr>
              <a:t>5 smaller lanes still building audience. Real potential, low volume — don't retire prematurely.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WORTH WATCHING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Small lanes that could develop into something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Low volume today, but real audience potential. Don't kill these before they get their shot.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4883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Elections &amp; Judicial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0" y="2217420"/>
            <a:ext cx="6035040" cy="274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9" y="214883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62,111 views · 83 posts · 748 avg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9" y="2354579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Slow-burn policy · Middle (40-55) + Older (55+) engaged voters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5175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Community &amp; Culture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2720339"/>
            <a:ext cx="4004477" cy="2743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2157" y="265175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41,213 views · 54 posts · 763 avg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02157" y="2857499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Local color · Broad, 30+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15467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Political Individual Highlights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3223260"/>
            <a:ext cx="1534824" cy="2743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32504" y="315467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15,796 views · 22 posts · 718 avg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32504" y="3360420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Personal profile · Broad (voters, campaign-season readers)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65760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American Pride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6240" y="3726180"/>
            <a:ext cx="754489" cy="2743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52169" y="3657600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7,765 views · 15 posts · 518 avg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52169" y="3863340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Traditional / patriotic · Older (55+), values-driven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16052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Legislation &amp; Policy Watch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6240" y="4229100"/>
            <a:ext cx="601648" cy="274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99328" y="4160520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6,192 views · 13 posts · 476 avg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9328" y="4366260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Slow-burn policy · Older (55+), civic-engaged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Don't retire these based on volume alone — small consistent posting builds audience over months, not weeks.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Elections &amp; Judicial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Coverage of campaigns, courts, and local government.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AUDIENCE (theoretical): Slow-burn policy · Middle (40-55) + Older (55+) engaged voters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62,111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83 posts · 1,410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748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#1  ·  FB  ·  10,067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Chaos erupted at a council meeting when Ms. Rivera began screaming, refusing to calm down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#2  ·  FB  ·  5,812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Tensions flared at the city council meeting as a woman repeatedly defied the mayor's reque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#3  ·  IG  ·  4,032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candidate's DSA membership raises questions about their loyalties. Pledging to 'co-gover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Community &amp; Culture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Local color, events, pageantry, personal growth, city life.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41833"/>
                </a:solidFill>
                <a:latin typeface="Helvetica Neue"/>
              </a:rPr>
              <a:t>AUDIENCE (theoretical): Local color · Broad, 30+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41,213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54 posts · 841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763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#1  ·  TT  ·  3,520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Downey is a built-out city, but Sacramento requires us to build 6,100 new homes. Local off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#2  ·  IG  ·  2,848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Responded to your yapping, Downey! This one's to answer the last two shows. Wouldn't have 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#3  ·  FB  ·  2,225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proposed 145-unit residential condominium project on 6.1 acres is raising concerns among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Political Individual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Candidate/elected personality profiles — Carrie Uva, Hector Sosa. Not scandal-driven.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AUDIENCE (theoretical): Personal profile · Broad (voters, campaign-season readers)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15,796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22 posts · 410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718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#1  ·  FB  ·  2,640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Don't be fooled by simple comparisons. Carrie Uva, a lifelong Democrat, has earned endorse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#2  ·  FB  ·  2,253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Newsom administration and Rob Bonta's lawsuit against the federal government has been 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#3  ·  FB  ·  1,498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Meet Carrie Uva, an exceptional candidate with a proven track record. From Planning Commis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American Pride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Patriotic content + historical/analytical (1968, forefathers, unity language).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AUDIENCE (theoretical): Traditional / patriotic · Older (55+), values-driven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7,765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15 posts · 113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518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1,098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Embarrassed to be American? Pride in this country is essential, espec...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FB  ·  797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World Cup is a massive moneymaker for FIFA, projected to generate $11 billion in profi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IG  ·  726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1968: A year of stark divisions. Hippie or not? For government or against? Revolution or 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Legislation &amp; Policy Watch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 bills, propositions, HOA fights, wealth tax — policy commentary independent of candidates.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AUDIENCE (theoretical): Slow-burn policy · Older (55+), civic-engaged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6,192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13 posts · 77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476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#1  ·  FB  ·  726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Assembly Bill 1821 raises concerns about public records requests. While cities face costs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#2  ·  FB  ·  683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Two significant legislative wins for HOAs and condo buyers. We successfully opposed a bill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#3  ·  IG  ·  665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California's planning commission is in a bind. State laws like SB 9, AB 1893, and SB 79 ar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we recommend leaning in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Three lanes that have proven reach + audience fit. Small bets get compound returns 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1965960"/>
            <a:ext cx="91440" cy="3566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LEAN 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Downtown Development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47,677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18 posts · 2,649 avg views/post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04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Local civic pride · Downey residents 30+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04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WHY NOW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04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Round One + Fun Box + Stonewood expansion = concrete stories in-hand. Downey residents share these hard.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1276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2767" y="1965960"/>
            <a:ext cx="91440" cy="35661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8708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LEAN 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8708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Food &amp; Local Flavor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708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93,782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708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61 posts · 1,537 avg views/post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708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8708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Everyday appeal · Broad, skews Young (18-40) foodie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708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WHY NOW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8708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alone did 7.7k views. Downey is food-curious. Easy content to produce, high engagement.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6180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61807" y="1965960"/>
            <a:ext cx="91440" cy="3566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3612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LEAN 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612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Military Service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612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62,535 views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612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22 posts · 2,842 avg views/post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612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612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Traditional / patriotic · Middle (40-55) + Older (55+), veterans + families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3612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WHY NOW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3612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13 posts already at 2,930 avg — punches above weight. Underserved audience with high emotional pull.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5806440"/>
            <a:ext cx="10698480" cy="7772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58978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THE COMPOUNDING BET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617220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CF6F5"/>
                </a:solidFill>
                <a:latin typeface="Helvetica Neue"/>
              </a:rPr>
              <a:t>These three lanes serve different audiences (18-40 foodie · 30+ residents · 40+ veterans). Investing in all three widens the audience without diluting any one lane.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STRATEGIC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Why we still cover the lower-view lanes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Not every category needs to top the leaderboard. Here's why the quieter buckets earn their spend.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94560"/>
            <a:ext cx="91440" cy="329184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REASON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NEW AUDIENCE ACQUISITION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Scandal brings viewers. Positive content KEEPS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Without community coverage, viewers churn after 3-4 controversy spikes. They came for drama, they leave because they don't feel connection to Downey itself.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276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2767" y="2194560"/>
            <a:ext cx="91440" cy="32918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708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REASON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708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EDITORIAL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708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A show that only reports negatives becomes a hit piece.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708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Sponsors don't want to attach to a hit piece. Positive coverage — resident highlights, downtown growth, community wins — proves objectivity. That's what makes sponsorship durable.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6180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1807" y="2194560"/>
            <a:ext cx="91440" cy="329184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612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REASON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612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ALGORITHMIC HEALTH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612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Platforms punish single-topic accounts.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612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Instagram, TikTok, and YouTube increasingly penalize accounts that push one theme. A mixed content diet earns more consistent reach across ALL posts, including the scandal ones. Diversification pays.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Low-view lanes aren't dead weight. They're the connective tissue that turns viral reach into a durable audience.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HONEST TRADEOFF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Reach vs. depth — what each side actually buys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This isn't a Downey problem. It's how every social platform works. The question is the RATIO, not the choice.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03120"/>
            <a:ext cx="91440" cy="36576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WHAT EARNS EYEBALLS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Truth &amp; Scandal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2,556 avg views/post   ·   34 posts   ·   86,914 total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TOP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9,839 views — Grew up in Huntington Park and still own property there. The city's 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04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Every scandal post averages 3-5× the reach of positive posts. This is the platform algorithm, not Downey. Outrage drives comments, comments drive reach, reach drives new followers.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2444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24447" y="2103120"/>
            <a:ext cx="91440" cy="36576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876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WHAT EARNS LOYALTY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876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Everything else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876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1,205 avg views/post   ·   178 posts   ·   214,482 total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876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TOP POST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9876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29,200 views — Get ready! Round One is taking over the old Sears at Stonewood Mall. 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9876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Positive posts get fewer views per post — but they turn viewers into subscribers. Loyalty compounds. It's slower, but it's the audience the sponsor's brand actually attaches to.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989320"/>
            <a:ext cx="10698480" cy="5486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Both matter. The real question isn't which lane wins — it's the RATIO between them.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THREE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How aggressive do we lean, and toward what?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Each direction is a defensible choice. Each has a cost. The right one depends on what the sponsor wants Talking Downey to BE.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86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0867" y="1874519"/>
            <a:ext cx="91440" cy="37033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18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DIRECTION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518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MAXIMUM REACH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518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60% scandal / 40% positive filler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518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WINS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18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Bigger view numbers.
More new audience per week.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18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18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Higher churn. Editorial credibility risk. Sponsor-brand risk if scandal target sues or spirals.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18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PICK 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518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raw growth numbers to show the sponsor month-over-month.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8990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9907" y="1874519"/>
            <a:ext cx="91440" cy="37033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422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DIRECTION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422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BALANCED PORTFOLIO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422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40% investigative / 40% positive / 20% community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422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WINS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6422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Sustainable growth.
Credibility intact.
Both audiences served.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422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422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Slower month-over-month reach curve. Requires editorial discipline to hold the ratio.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422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PICK IF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422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a durable show that a sponsor can attach to long-term.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3894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38947" y="1874519"/>
            <a:ext cx="91440" cy="370332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1326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DIRECTION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1326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POSITIVE-LEAN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326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20% scandal / 60% positive / 20% community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1326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WINS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1326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Community-cheerleader positioning.
Safe sponsor territory.
High trust.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1326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326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Lowest total reach. Loses the scandal-hungry audience over time. Harder to attract new eyeballs.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1326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PICK IF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1326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to position Talking Downey as Downey's booster, not its watchdog.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" y="5852160"/>
            <a:ext cx="10698480" cy="7772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9436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IF BRAND IMAGE MATTERS AS MUCH AS REACH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6217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CF6F5"/>
                </a:solidFill>
                <a:latin typeface="Helvetica Neue"/>
              </a:rPr>
              <a:t>The Balanced Portfolio best fits Talking Downey today — preserves scandal reach while showing the depth sponsors attach to comfortably.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