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250,607 views · 174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2342447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8687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94,410 views · 62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2188592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4832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88,209 views · 35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2142988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228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86,371 views · 28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178907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5318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72,107 views · 91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1581481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87721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63,740 views · 25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1291013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97253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52,033 views · 58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182934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9174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695886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2126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28,047 views · 30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204768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11008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8,253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19276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9000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15363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59872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45720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94,410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62 posts · 3,041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1,523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88,209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35 posts · 2,000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86,371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28 posts · 4,056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3,085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TT  ·  19,300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military opp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5,139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63,740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1,480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2,550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52,033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58 posts · 1,013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897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4,676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3,965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28,047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619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935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72,107 views · 91 posts · 792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650231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47911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7911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518243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923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5923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72,107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91 posts · 1,590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792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94,410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 posts · 1,523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86,371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 posts · 3,085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2,520 avg views/post   ·   35 posts   ·   88,209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1,247 avg views/post   ·   191 posts   ·   238,189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