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90,269 views · 57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50058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6821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30678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25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62,524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215654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894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28409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0332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290496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120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42,173 views · 82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747432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672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39,886 views · 52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22744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3681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32,337 views · 47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27568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33808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0862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4865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7,384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2314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9382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6,143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78559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4799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6528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2768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90,269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57 posts · 2,921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1,584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39,886 views · 52 posts · 767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92821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0501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32,337 views · 47 posts · 688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0501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58862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6542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6542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2948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7160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6,143 views · 13 posts · 473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7160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11886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9566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9566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39,886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767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3,297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2,208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32,337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47 posts · 650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688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2,075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Pizza Company's pastrami pizza is a legendary secret! Used to order it during counc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637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90,269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57 posts · 1,584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62,524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3,126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1,296 avg views/post   ·   152 posts   ·   196,919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