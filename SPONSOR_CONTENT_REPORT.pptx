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92,492 views · 60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36837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4617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203341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9581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62,525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1433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0573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205161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1401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86136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2376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47,394 views · 96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690676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6916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40,024 views · 52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17592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162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32,367 views · 48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14888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21128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49640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2640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7,384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1425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0490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6,162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7186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8104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4688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0928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92,492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60 posts · 2,990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1,542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39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40,024 views · 52 posts · 770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80475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8155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32,367 views · 48 posts · 674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8155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54866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2546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2546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291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6820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6,162 views · 13 posts · 474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6820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09776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7456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7456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817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3,370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32,367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48 posts · 651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674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2,075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Pizza Company's pastrami pizza is a legendary secret! Used to order it during counc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644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92,492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1,542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62,525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3,126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1,286 avg views/post   ·   155 posts   ·   199,280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