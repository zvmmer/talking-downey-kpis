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2026-09-18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93,797 views · 61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5798826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05066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87,475 views · 34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5767802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74042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87,007 views · 154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532597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8837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68,374 views · 88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4172503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8743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62,942 views · 24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4145589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1829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62,536 views · 22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3269152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75392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49,315 views · 56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3160567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6807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18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1645680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1920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24,825 views · 28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546836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3076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8,249 views · 8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515016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21256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410475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16715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3649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889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8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93,797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61 posts · 3,033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1,538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87,475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34 posts · 1,994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2,573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7,612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escorted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7,031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62,942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24 posts · 1,466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2,623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62,536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22 posts · 3,198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2,843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49,315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56 posts · 968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881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FB  ·  4,164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An emotional response to a Charlie Kirk &amp; LGBQT comment raises questions about a leader's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3,793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Following an outburst, she was removed as a Chamber of Commerce ambassador and rejected fo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TT  ·  3,520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18 posts · 2,940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2,649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24,825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28 posts · 583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887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3,303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With a clear choice for Downey, Hector Sosa stands out. His campaign kickoff event was a 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2,999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 fooled by simple comparisons. Carrie Uva, a lifelong Democrat, has earned endorse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2,253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8,249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1,031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3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68,374 views · 88 posts · 777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685731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11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 · 518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11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546537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4217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 · 476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4217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68,374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88 posts · 1,505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777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11,517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calm down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5,812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4,046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18 posts · 2,649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93,797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61 posts · 1,538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62,536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22 posts · 2,843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2,573 avg views/post   ·   34 posts   ·   87,475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1,245 avg views/post   ·   186 posts   ·   231,632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