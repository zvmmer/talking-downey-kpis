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2026-08-26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92,714 views · 60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355523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61763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79,855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193410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9650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62,527 views · 20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104481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721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3411761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8001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50,872 views · 105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3197486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3726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2696908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148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40,213 views · 52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364397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70637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35,255 views · 58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13655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19895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495346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1586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7,386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15270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1510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271213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77453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4509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074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92,714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60 posts · 2,997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1,545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3,174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3,126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40,213 views · 52 posts · 773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529095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88639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35,255 views · 58 posts · 608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88639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149438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7118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 · 547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7118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929275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6955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6955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606910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04590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 · 578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4590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40,213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52 posts · 824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3,519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2,225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35,255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58 posts · 763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608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TT  ·  2,075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Pizza Company's pastrami pizza is a legendary secret! Used to order it during counc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7,659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92,714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1,545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62,527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3,126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1,288 avg views/post   ·   155 posts   ·   199,693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