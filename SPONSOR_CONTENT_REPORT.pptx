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2026-10-16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289,251 views · 203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2208434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674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102,734 views · 43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2157401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3641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100,360 views · 63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1922808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9048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89,447 views · 36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1733724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39964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80,651 views · 109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1580797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87037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73,537 views · 70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1370968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77208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63,776 views · 25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1109720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15960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51,623 views · 20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668244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4484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31,086 views · 34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177454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3694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8,255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167007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3247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133107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9347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45720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5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8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102,734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43 posts · 4,490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2,389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TT  ·  22,600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military opp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5,139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100,360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63 posts · 3,220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1,593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TT  ·  5,892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residents want diverse dining and nightlife, but it needs to be responsible. Addres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89,447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36 posts · 2,027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2,485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7,762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73,537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70 posts · 1,457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1,051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6,265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What kind of conduct should we expect from those seeking public office? During a Downey Ci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FB  ·  4,676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IG  ·  3,965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63,776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1,480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2,551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51,623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3,038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2,581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31,086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34 posts · 687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4,278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3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80,651 views · 109 posts · 740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581347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9027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9027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463341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1021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1021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80,651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109 posts · 1,949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740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11,860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51,623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2,581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100,360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63 posts · 1,593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102,734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43 posts · 2,389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2,485 avg views/post   ·   36 posts   ·   89,447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1,298 avg views/post   ·   210 posts   ·   272,630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