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69,605 views · 27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5532032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38272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61,927 views · 23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68871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111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45,548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494470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0710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39,118 views · 69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370567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6807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37,731 views · 30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288639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630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32,311 views · 8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358530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4770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26,402 views · 36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2318331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4571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25,952 views · 37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653370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59610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7,314 views · 6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361256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67496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8711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4951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1,105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69,605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23 posts · 1,460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2,692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45,548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3,504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39,118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69 posts · 1,567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567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7,360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37,731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1,451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1,258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32,311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1,857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4,039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28,000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TT  ·  1,098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TT  ·  942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years in the Army and they paid for college. Psychology degree achieved! You can enlist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American Pride is a proven driver of 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26,402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507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733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25,952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37 posts · 872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701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1,641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Pop's Wings, a family-owned gem in Downey serving up more than just wings. Their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1,219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799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552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406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69,605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1,514 avg views/post   ·   101 posts   ·   152,900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