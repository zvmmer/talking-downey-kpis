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285,293 views · 196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220437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0615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101,142 views · 43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2181229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469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100,080 views · 63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1948285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4525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89,392 views · 36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1693460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9700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77,700 views · 104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1486779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3019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68,217 views · 69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1389988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96228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63,776 views · 25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123917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0157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51,568 views · 20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64824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54484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29,743 views · 32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179916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6156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8,255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169324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5564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134953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1193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45720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101,142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43 posts · 4,441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2,352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TT  ·  22,300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military opp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5,139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100,080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63 posts · 3,210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1,589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TT  ·  5,612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residents want diverse dining and nightlife, but it needs to be responsible. Addres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89,392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36 posts · 2,025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2,483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68,217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69 posts · 1,413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989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4,676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3,965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63,776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2,551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51,568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3,036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29,743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32 posts · 654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929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77,700 views · 104 posts · 747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603426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01106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1106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48093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8619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8619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77,700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104 posts · 1,880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51,568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2,578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100,080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63 posts · 1,589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101,142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43 posts · 2,352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2,483 avg views/post   ·   36 posts   ·   89,392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1,283 avg views/post   ·   207 posts   ·   265,632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