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2026-09-04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92,787 views · 60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5351310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57550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79,855 views · 33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4238025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44265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63,242 views · 134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4190513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96753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62,533 views · 20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4101252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7492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61,201 views · 21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3194970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1210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47,677 views · 16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3091838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98078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46,138 views · 76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2694854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1094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40,214 views · 52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550912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7152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8,221 views · 8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518411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24651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7,736 views · 15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421443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27683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6,289 views · 9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414943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21183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74451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0691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6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92,787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60 posts · 2,999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1,546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4,999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Discover My Home, a beloved Chinese restaurant in Downey. Their Mongolian beef, dumplings,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79,855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33 posts · 1,886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2,420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7,031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FB  ·  6,363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After admitting 'I messed up,' a city councilman's inappropriate conduct is under scrutiny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62,533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3,174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3,127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5,139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4,043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Dreamed of college, but the cost was a barrier. Joined the Army, and they paid for everyth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Strong performer. Keep investing — Military Service is a proven driver of reach.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61,201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21 posts · 1,445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2,914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47,677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16 posts · 2,841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2,980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1,028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5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46,138 views · 76 posts · 607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5260156" cy="2743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57836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40,214 views · 52 posts · 773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7836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Local color · Broad,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1011900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9580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7,736 views · 15 posts · 516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9580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5760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3726180"/>
            <a:ext cx="822627" cy="274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307" y="365760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6,289 views · 9 posts · 699 avg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307" y="386334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Personal profile · Broad (voters, campaign-season readers)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6052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4229100"/>
            <a:ext cx="809939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07619" y="4160520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6,192 views · 13 posts · 476 avg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07619" y="436626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46,138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76 posts · 1,222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607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5,812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IG  ·  3,742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3,200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Lifelong Democrat, moderate. Focused on helping Downey, not politics. Endorsed by both par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40,214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52 posts · 824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773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TT  ·  3,520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is a built-out city, but Sacramento requires us to build 6,100 new homes. Local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IG  ·  2,848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Responded to your yapping, Downey! This one's to answer the last two shows. Wouldn't have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FB  ·  2,225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proposed 145-unit residential condominium project on 6.1 acres is raising concerns among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6,289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9 posts · 209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699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2,245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965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Carrie's reputation for helping seniors with wills and trusts is outstanding. Many speak 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IG  ·  802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Carrie, you're known for helping seniors with wills and trusts. It's more than a business;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6,192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13 posts · 77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476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726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683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665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California's planning commission is in a bind. State laws like SB 9, AB 1893, and SB 79 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47,677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16 posts · 2,980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92,787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60 posts · 1,546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62,533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3,127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2,420 avg views/post   ·   33 posts   ·   79,855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1,268 avg views/post   ·   160 posts   ·   202,924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