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93,817 views · 61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6051233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7473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91,302 views · 158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5805411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11651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87,593 views · 34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745242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51482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71,597 views · 89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211181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7421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63,539 views · 25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4144705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0945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62,536 views · 22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387025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93265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51,104 views · 57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3159893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66133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18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1824078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0318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27,522 views · 30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46852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3092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8,251 views · 8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51490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21146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0387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6627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3633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873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9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93,817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61 posts · 3,033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1,538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87,593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34 posts · 1,995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7,728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71,597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89 posts · 1,543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804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11,780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63,539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1,479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2,542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22 posts · 3,200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2,843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51,104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57 posts · 1,003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897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4,638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3,910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TT  ·  3,520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18 posts · 2,941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2,649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27,522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30 posts · 610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917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4,236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3,050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8,251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1,031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2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4810009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689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7689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18 posts · 2,649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93,817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61 posts · 1,538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62,536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22 posts · 2,843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2,576 avg views/post   ·   34 posts   ·   87,593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1,249 avg views/post   ·   189 posts   ·   236,140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