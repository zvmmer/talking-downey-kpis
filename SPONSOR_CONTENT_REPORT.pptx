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203703"/>
            <a:ext cx="6217920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71,035 views · 21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6386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548682"/>
            <a:ext cx="6092047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98287" y="2466386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69,597 views · 27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1364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893660"/>
            <a:ext cx="4054537" cy="14381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0777" y="2811364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46,320 views · 13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6342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238638"/>
            <a:ext cx="3330900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37140" y="3156342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38,053 views · 54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01320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583616"/>
            <a:ext cx="3239690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930" y="3501320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37,011 views · 25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629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928594"/>
            <a:ext cx="2275162" cy="14381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1402" y="384629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25,992 views · 31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91277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273573"/>
            <a:ext cx="2090817" cy="14381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7057" y="4191277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23,886 views · 31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36255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618551"/>
            <a:ext cx="705517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1757" y="4536255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8,060 views · 6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81233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963529"/>
            <a:ext cx="353984" cy="14381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0224" y="4881233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26211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5308507"/>
            <a:ext cx="294199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0439" y="5226211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3,361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71189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653485"/>
            <a:ext cx="95411" cy="14381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1651" y="5571189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1,090 views · 2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71,035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1,431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3,383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27,000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15,867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6,322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FIFA / World Cup is a proven driver of reach.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69,597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1,714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Stonewood, YMCA, new businesses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46,320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2,817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3,563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Downtown Development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Other / Uncategorized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Content that doesn't fit the above buckets — usually casual/BTS.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38,053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54 posts · 878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705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IG  ·  5,142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Guilty or not guilty? It's immaterial. Our principles demand everyone deserves a defense,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3,717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believe the fake rumors. Married 42 years, no strippers, no cocaine at my bachelor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IG  ·  1,626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Truth revealed: Accusations of attacking opponents, fueling division, and demeaning women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37,011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1,351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1,480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3,346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Downey's food scene is wild! Porto's, pho, Mongolian BBQ, Waba Grill, poke, and Starfish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2,326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 many food choices right next to Porto's downtown Downey! From pho and Mongolian BBQ to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25,992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31 posts · 431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838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city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23,886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31 posts · 492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771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1,637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City seal jacket for a bike ride? So what? This decision is all about owning it. Embracing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8,060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1,343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791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scandal-driven; just meet-the-person.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— July 4th, veterans, pride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3,361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106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560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660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Founding Fathers signed their death warrant declaring independence. The Declaration is jus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1,090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 posts · 16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545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696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TT  ·  394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2,578 avg views/post   ·   27 posts   ·   69,597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1,394 avg views/post   ·   88 posts   ·   122,682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