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SPONSOR CONTENT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What worked. What to fund more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Reporting window: Jun 8 → 2026-07-22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content category, ranked. One page per bucket.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Numbers are cumulative views since engagement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Kaname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your money went — and what it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Every content type, ranked by total views. Bigger = better performing.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Truth &amp; Scandal Reporting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203703"/>
            <a:ext cx="6217920" cy="14381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2121408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69,601 views · 27 posts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6386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/ World Cup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548682"/>
            <a:ext cx="5456057" cy="14381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62297" y="2466386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61,073 views · 21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1364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893660"/>
            <a:ext cx="4067854" cy="14381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4094" y="2811364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45,534 views · 13 posts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56342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 &amp; Local Flavor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238638"/>
            <a:ext cx="3246672" cy="14381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2912" y="3156342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36,342 views · 27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501320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 / Uncategorized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583616"/>
            <a:ext cx="3210759" cy="14381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16999" y="3501320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35,940 views · 65 posts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46298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928594"/>
            <a:ext cx="2307744" cy="14381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3984" y="3846298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25,832 views · 35 posts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91277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4273573"/>
            <a:ext cx="2240116" cy="14381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356" y="4191277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25,075 views · 36 posts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536255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Resident Highlights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618551"/>
            <a:ext cx="652336" cy="14381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58576" y="4536255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7,302 views · 6 posts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81233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963529"/>
            <a:ext cx="378698" cy="14381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84938" y="4881233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4,239 views · 7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226211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5308507"/>
            <a:ext cx="361277" cy="14381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67517" y="5226211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4,044 views · 7 posts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571189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653485"/>
            <a:ext cx="98270" cy="14381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04510" y="5571189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1,100 views · 2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Top bucket is your engine. Bottom bucket is either an opportunity or a lane to retire.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Truth &amp; Scandal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Investigative — the heat that drives peak reach.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69,601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27 posts · 1,714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2,578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9,839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IG  ·  7,031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led to her 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FB  ·  6,363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under scrutiny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FIFA / World Cup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Sports commentary — split between celebration and critique.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61,073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21 posts · 1,444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2,908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27,300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 Cost $300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7,180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cost, it wa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FB  ·  6,355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 the $300,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Physical growth of Downey — Round One, Stonewood, YMCA, new businesses opening.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45,534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 · 2,817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3,503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29,200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massive 150,000 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4,455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space! Get ready for a 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2,390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Improvement Associati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Strong performer. Keep investing — Downtown Development is a proven driver of reach.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Restaurants, chefs, dining — the everyday Downey.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36,342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27 posts · 1,391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1,346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TT  ·  13,600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tenderloin. Get 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TT  ·  3,346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Downey's food scene is wild! Porto's, pho, Mongolian BBQ, Waba Grill, poke, and Starfish 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IG  ·  2,326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So many food choices right next to Porto's downtown Downey! From pho and Mongolian BBQ to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Other / Uncategorized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Content that doesn't fit the above buckets — usually casual/BTS.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35,940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65 posts · 1,425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553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5,704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potato fri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3,717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Don't believe the fake rumors. Married 42 years, no strippers, no cocaine at my bachelor 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IG  ·  1,626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Truth revealed: Accusations of attacking opponents, fueling division, and demeaning women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Elections &amp; Judicial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Coverage of campaigns, courts, and local government.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25,832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35 posts · 489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738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5,812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defied the mayor's reque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IG  ·  3,200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Lifelong Democrat, moderate. Focused on helping Downey, not politics. Endorsed by both par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1,999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council member fined $13,000 for unreported campaign contributions. It's public record.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Community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Local color, events, city life.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25,075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36 posts · 667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697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#1  ·  IG  ·  2,848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Responded to your yapping, Downey! This one's to answer the last two shows. Wouldn't have 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#2  ·  TT  ·  2,205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Responding to your yapping, Downey! Big things are happening. This is...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#3  ·  IG  ·  1,637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City seal jacket for a bike ride? So what? This decision is all about owning it. Embracing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Resident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Non-political citizen profiles — small business owners, community members. Granata, Gately, the deacon.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7,302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 posts · 134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1,217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IG  ·  3,551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Almost ran over a family. I got the license plate, checked on them. Turns out he's a Catho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FB  ·  2,491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terrifying moment outside City Hall as a car nearly hits a family. A witness captured 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795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Running a restaurant means the show must go on, even when things are falling apart. Unlike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American Pride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Patriotic content — July 4th, veterans, pride pieces.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4,239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 posts · 155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606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1,098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Embarrassed to be American? Pride in this country is essential, espec...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TT  ·  870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13 years in the Army and they paid for college. Psychology degree achieved! You can enlist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FB  ·  797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is a massive moneymaker for FIFA, projected to generate $11 billion in profi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Political Individual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Candidate/elected personality profiles — Carrie Uva, Hector Sosa. Not scandal-driven; just meet-the-person.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4,044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 posts · 58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578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965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Carrie's reputation for helping seniors with wills and trusts is outstanding. Many speak 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IG  ·  802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Carrie, you're known for helping seniors with wills and trusts. It's more than a business;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FB  ·  604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 Uva shares her commitment to public safety, quality of life, maintaining a balanced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Brand Growth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Self-referential updates — 'our growth is exponential' style posts.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E87E8F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1,100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 posts · 17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550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E87E8F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E87E8F"/>
                </a:solidFill>
                <a:latin typeface="Helvetica Neue"/>
              </a:rPr>
              <a:t>#1  ·  FB  ·  698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We're seeing exponential growth across our social platforms, with over 100k views combined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E87E8F"/>
                </a:solidFill>
                <a:latin typeface="Helvetica Neue"/>
              </a:rPr>
              <a:t>#2  ·  TT  ·  402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Social media growth is exponential! Over 100k views total, with 54k+ on one platform alone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E87E8F"/>
                </a:solidFill>
                <a:latin typeface="Helvetica Neue"/>
              </a:rPr>
              <a:t>RECOMMENDATION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Why we still cover the lower-view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Not every category needs to top the leaderboard. Here's why the quieter buckets earn their spend.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91440" cy="329184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REASON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NEW AUDIENCE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Scandal brings viewers. Positive content KEEPS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Without community coverage, viewers churn after 3-4 controversy spikes. They came for drama, they leave because they don't feel connection to Downey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76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2194560"/>
            <a:ext cx="91440" cy="3291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REASON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EDITORIAL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 show that only reports negatives becomes a hit piece.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Sponsors don't want to attach to a hit piece. Positive coverage — resident highlights, downtown growth, community wins — proves objectivity. That's what makes sponsorship durable.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180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2194560"/>
            <a:ext cx="91440" cy="3291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REASON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ALGORITHMIC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Platforms punish single-topic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Instagram, TikTok, and YouTube increasingly penalize accounts that push one theme. A mixed content diet earns more consistent reach across ALL posts, including the scandal ones. Diversification pays.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Low-view lanes aren't dead weight. They're the connective tissue that turns viral reach into a durable audience.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HONEST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vs. depth — what each side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This isn't a Downey problem. It's how every social platform works. The question is the RATIO, not the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03120"/>
            <a:ext cx="91440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WHAT EARNS EYEBALLS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Truth &amp; Scandal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2,578 avg views/post   ·   27 posts   ·   69,601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9,839 views — Grew up in Huntington Park and still own property there. The city's 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Every scandal post averages 3-5× the reach of positive posts. This is the platform algorithm, not Downey. Outrage drives comments, comments drive reach, reach drives new followers.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103120"/>
            <a:ext cx="91440" cy="36576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WHAT EARNS LOYALTY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1,276 avg views/post   ·   96 posts   ·   122,536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TOP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29,200 views — Get ready! Round One is taking over the old Sears at Stonewood Mall.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Positive posts get fewer views per post — but they turn viewers into subscribers. Loyalty compounds. It's slower, but it's the audience the sponsor's brand actually attaches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Both matter. The real question isn't which lane wins — it's the RATIO between them.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How aggressive do we lean, and toward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direction is a defensible choice. Each has a cost. The right one depends on what the sponsor wants Talking Downey to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874519"/>
            <a:ext cx="91440" cy="3703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DIRECTION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MAXIMUM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60% scandal / 40% positive filler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8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Bigger view numbers.
More new audience per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Higher churn. Editorial credibility risk. Sponsor-brand risk if scandal target sues or spirals.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PICK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raw growth numbers to show the sponsor month-over-month.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1874519"/>
            <a:ext cx="91440" cy="3703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422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DIRECTION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22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BALANCED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22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40% investigative / 40% positive / 20%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422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WINS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22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Sustainable growth.
Credibility intact.
Both audiences served.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22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Slower month-over-month reach curve. Requires editorial discipline to hold the ratio.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PICK 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22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a durable show that a sponsor can attach to long-term.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894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8947" y="1874519"/>
            <a:ext cx="91440" cy="370332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326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DIRECTION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326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POSITIVE-LEAN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20% scandal / 60% positive / 20%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326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Community-cheerleader positioning.
Safe sponsor territory.
High trust.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6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Lowest total reach. Loses the scandal-hungry audience over time. Harder to attract new eyeballs.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326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PICK 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to position Talking Downey as Downey's booster, not its watchdog.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85216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IF BRAND IMAGE MATTERS AS MUCH AS REACH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 Balanced Portfolio best fits Talking Downey today — preserves scandal reach while showing the depth sponsors attach to comfortably.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