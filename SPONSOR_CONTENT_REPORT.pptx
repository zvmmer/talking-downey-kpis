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2026-07-20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203703"/>
            <a:ext cx="6217920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71,386 views · 21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6386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548682"/>
            <a:ext cx="6062354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68594" y="2466386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69,600 views · 27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1364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893660"/>
            <a:ext cx="4036691" cy="14381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2931" y="2811364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46,344 views · 13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6342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238638"/>
            <a:ext cx="3473833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073" y="3156342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39,882 views · 56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01320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583616"/>
            <a:ext cx="3225068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1308" y="3501320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37,026 views · 27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629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928594"/>
            <a:ext cx="2441317" cy="14381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557" y="384629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28,028 views · 35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91277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273573"/>
            <a:ext cx="2087679" cy="14381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3919" y="4191277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23,968 views · 31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36255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618551"/>
            <a:ext cx="705793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2033" y="4536255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8,103 views · 6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81233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963529"/>
            <a:ext cx="352243" cy="14381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8483" y="4881233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26211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5308507"/>
            <a:ext cx="293275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9515" y="5226211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3,367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71189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653485"/>
            <a:ext cx="95203" cy="14381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1443" y="5571189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1,093 views · 2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71,386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1,435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3,399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15,935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6,341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FIFA / World Cup is a proven driver of reach.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69,600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1,714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Stonewood, YMCA, new businesses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46,344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2,817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3,565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Downtown Development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Other / Uncategorized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Content that doesn't fit the above buckets — usually casual/BTS.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39,882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924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712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IG  ·  5,443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Guilty or not guilty? It's immaterial. Our principles demand everyone deserves a defense,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3,717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believe the fake rumors. Married 42 years, no strippers, no cocaine at my bachelor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IG  ·  1,626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Truth revealed: Accusations of attacking opponents, fueling division, and demeaning women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37,026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1,387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1,371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3,346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Downey's food scene is wild! Porto's, pho, Mongolian BBQ, Waba Grill, poke, and Starfish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2,326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 many food choices right next to Porto's downtown Downey! From pho and Mongolian BBQ to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28,028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35 posts · 481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801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city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23,968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31 posts · 504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1,637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City seal jacket for a bike ride? So what? This decision is all about owning it. Embracing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1,350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819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always wearing a smile, even when things are falling apart. You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scandal-driven; just meet-the-person.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— July 4th, veterans, pride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3,367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106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561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664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Founding Fathers signed their death warrant declaring independence. The Declaration is jus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1,093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 posts · 16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546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697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TT  ·  396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2,578 avg views/post   ·   27 posts   ·   69,600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1,365 avg views/post   ·   90 posts   ·   122,852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