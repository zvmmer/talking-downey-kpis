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2026-08-10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88,095 views · 56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636324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42564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79,855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346226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52466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61,577 views · 20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319688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5928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3365137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71377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2404939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79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34,073 views · 48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2124588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0828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30,101 views · 42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1577648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83888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22,352 views · 46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40587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6827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20965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27205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7,381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314019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0259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4,449 views · 10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285433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1673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8416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4656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88,095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56 posts · 2,826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1,573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8,253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4,748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 an amazing pastrami sandwich at Pop's Wings! Toasted bread, tender pastrami, and swe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61,577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3,108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3,079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1,230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34,073 views · 48 posts · 710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5331515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29195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30,101 views · 42 posts · 717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9195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356568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54248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 · 547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4248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78801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5690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4,449 views · 10 posts · 445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5690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716276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3956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 · 578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3956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34,073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48 posts · 650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710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IG  ·  2,848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TT  ·  2,205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2,013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30,101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42 posts · 629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717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1,999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council member fined $13,000 for unreported campaign contributions. It's public record.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7,659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4,449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10 posts · 56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445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461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billionaire tax? It might cost us more than it makes. Proposed 5% tax could 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88,095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56 posts · 1,573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61,577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3,079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1,285 avg views/post   ·   147 posts   ·   188,929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