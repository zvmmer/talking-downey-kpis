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2026-09-16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AUDIENCE TAGS — READ ME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The audience labels on each category are THEORETICAL.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The tags on each category card ("Young 18-40", "Older 55+ values-driven", etc.)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based on CONTENT VIBE — not on actual platform demographic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7121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Why? Platforms lock demographics behind account access. Right now Z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sees public metrics (view counts, likes, timestamps). Age/gender/location breakdowns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sit inside the Facebook Business Suite, Instagram Insights, YouTube Studio, and TikTok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3931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Business analytics — accessible only to the account owner or someone with delegated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access.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5137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0740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How to upgrade this deck: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Grant Z view-only access to Talking Downey's Meta Business Suite 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YouTube Studio + TikTok Business. That flips these theoretical labels into hard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data — real age brackets, real gender splits, real geo. Same content, sharper story.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3153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8756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Until then: treat the audience tags as EDUCATED HYPOTHESES to react to,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4360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not facts to invest against. They're worth including because content-vibe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1996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inference has a track record — but honest is honest.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63550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Ask the sponsor for analytics access — it's the single biggest upgrade to this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 &amp; Local Flavor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185064"/>
            <a:ext cx="6217920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93,789 views · 61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13312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476968"/>
            <a:ext cx="5793420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99660" y="2413312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87,386 views · 34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05217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768873"/>
            <a:ext cx="5330933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37173" y="2705217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80,410 views · 147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9712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060778"/>
            <a:ext cx="4215289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529" y="299712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63,582 views · 83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89026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/ World Cup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352682"/>
            <a:ext cx="4170936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7176" y="3289026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62,913 views · 24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58093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644587"/>
            <a:ext cx="4145942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2182" y="358093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62,536 views · 22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72835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936491"/>
            <a:ext cx="3207510" cy="128016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13750" y="3872835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48,381 views · 56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164740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228396"/>
            <a:ext cx="3160837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67077" y="4164740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47,677 views · 18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45664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520301"/>
            <a:ext cx="1502685" cy="12801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08925" y="445664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22,666 views · 27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748549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812205"/>
            <a:ext cx="546883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3123" y="4748549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8,249 views · 8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04045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104110"/>
            <a:ext cx="515060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21300" y="504045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7,769 views · 15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33235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5396015"/>
            <a:ext cx="410510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16750" y="533235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624263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5687919"/>
            <a:ext cx="73655" cy="128016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79895" y="5624263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1,111 views · 2 posts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990011"/>
                </a:solidFill>
                <a:latin typeface="Helvetica Neue"/>
              </a:rPr>
              <a:t>SECTION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The engines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8 categories driving the bulk of your reach. Each averages 800+ views per post — proven audience.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Restaurants, chefs, dining — the everyday Downey. Pop's Wings, Porto's, Gyu, etc.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Everyday appeal · Broad, skews Young (18-40) foodie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93,789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61 posts · 3,033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1,538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TT  ·  13,600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tenderloin. Get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TT  ·  8,352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potato fri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4,999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Discover My Home, a beloved Chinese restaurant in Downey. Their Mongolian beef, dumplings,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Cut-throat drama · punches hardest Young (18-40), broad appeal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87,386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34 posts · 1,992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2,570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7,523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erupted! Lissette Rivera refused to calm down, escalating until she was escorted out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7,031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FIFA / World Cup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split between celebration and critique.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AUDIENCE (theoretical): Sports commentary · Young-Middle (25-45), sports fans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62,913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24 posts · 1,466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2,621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27,400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7,180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6,355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Army/JROTC/veteran interviews — the human side of military service (NOT policy — that's Legislation Watch).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Traditional / patriotic · Middle (40-55) + Older (55+), veterans + families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62,536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22 posts · 3,198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2,843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37,900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likelihood and wha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5,139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 Logistics migh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4,043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Dreamed of college, but the cost was a barrier. Joined the Army, and they paid for everyth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pageantry, personal growth, city life.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AUDIENCE (theoretical): Local color · Broad,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48,381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56 posts · 958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864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IG  ·  3,679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Following an outburst, she was removed as a Chamber of Commerce ambassador and rejected fo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TT  ·  3,520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is a built-out city, but Sacramento requires us to build 6,100 new homes. Local off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FB  ·  3,380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An emotional response to a Charlie Kirk &amp; LGBQT comment raises questions about a leader's 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Fun Box, Stonewood, YMCA, new businesses opening.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Local civic pride · Downey residents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47,677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18 posts · 2,930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2,649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AUDIENCE (theoretical): Personal profile · Broad (voters, campaign-season readers)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22,666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27 posts · 536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839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2,885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Don't be fooled by simple comparisons. Carrie Uva, a lifelong Democrat, has earned endorse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FB  ·  2,564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With a clear choice for Downey, Hector Sosa stands out. His campaign kickoff event was a 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FB  ·  2,253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Newsom administration and Rob Bonta's lawsuit against the federal government has been 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Human interest · Broad, community-connected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8,249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 posts · 141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1,031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812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Running a restaurant means the show must go on, even when things are falling apart. Unlike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Helvetica Neue"/>
              </a:rPr>
              <a:t>SECTION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Worth watching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3 smaller lanes still building audience. Real potential, low volume — don't retire prematurely.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WORTH WATCHING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Small lanes that could develop into something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Low volume today, but real audience potential. Don't kill these before they get their shot.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3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2217420"/>
            <a:ext cx="6035040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4883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63,582 views · 83 posts · 766 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9" y="235457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Middle (40-55) + Older (55+) engaged voters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5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720339"/>
            <a:ext cx="737413" cy="274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35093" y="265175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7,769 views · 15 posts · 518 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35093" y="285749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Traditional / patriotic · Older (55+), values-driven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5467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3223260"/>
            <a:ext cx="587728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85408" y="315467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 · 476 avg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85408" y="336042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Older (55+), civic-engaged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Don't retire these based on volume alone — small consistent posting builds audience over months, not weeks.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Middle (40-55) + Older (55+) engaged voters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63,582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83 posts · 1,428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766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10,958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 at a council meeting when Ms. Rivera began screaming, refusing to calm down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5,812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4,046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candidate's DSA membership raises questions about their loyalties. Pledging to 'co-gover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+ historical/analytical (1968, forefathers, unity language).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Traditional / patriotic · Older (55+), values-driven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7,769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 posts · 113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518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1,098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FB  ·  797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is a massive moneymaker for FIFA, projected to generate $11 billion in profi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726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1968: A year of stark divisions. Hippie or not? For government or against? Revolution or 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Legislation &amp; Policy Watch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 bills, propositions, HOA fights, wealth tax — policy commentary independent of candidates.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Older (55+), civic-engaged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6,192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 · 77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476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726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Assembly Bill 1821 raises concerns about public records requests. While cities face costs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683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Two significant legislative wins for HOAs and condo buyers. We successfully opposed a bill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665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California's planning commission is in a bind. State laws like SB 9, AB 1893, and SB 79 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we recommend leaning in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Three lanes that have proven reach + audience fit. Small bets get compound returns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47,677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18 posts · 2,649 avg views/post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Local civic pride · Downey residents 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04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+ Fun Box + Stonewood expansion = concrete stories in-hand. Downey residents share these hard.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276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767" y="1965960"/>
            <a:ext cx="91440" cy="3566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708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LEAN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708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708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93,789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708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61 posts · 1,538 avg views/post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708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708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Everyday appeal · Broad, skews Young (18-40) foodie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708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WHY 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708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alone did 7.7k views. Downey is food-curious. Easy content to produce, high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180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180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612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612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612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62,536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612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22 posts · 2,843 avg views/post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612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612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Traditional / patriotic · Middle (40-55) + Older (55+), veterans + families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612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612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13 posts already at 2,930 avg — punches above weight. Underserved audience with high emotional pull.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80644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897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THE COMPOUNDING BET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61722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These three lanes serve different audiences (18-40 foodie · 30+ residents · 40+ veterans). Investing in all three widens the audience without diluting any one lane.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2,570 avg views/post   ·   34 posts   ·   87,386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1,235 avg views/post   ·   185 posts   ·   228,531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29,200 views — Get ready! Round One is taking over the old Sears at Stonewood Mall.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