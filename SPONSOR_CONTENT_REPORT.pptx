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2026-08-14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89,000 views · 56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57901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5251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344509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0749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62,185 views · 20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27576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2003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3330918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37158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2714715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095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38,857 views · 50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223314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9381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31,964 views · 46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196602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2842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31,441 views · 61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3509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1330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5877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2117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7,384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18976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521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5,997 views · 13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282531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8771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7619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38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89,000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56 posts · 2,849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1,589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4,962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3,168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3,109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7,384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1,231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38,857 views · 50 posts · 777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96445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13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31,964 views · 46 posts · 695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13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18955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7230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7,659 views · 14 posts · 547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7230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931418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9098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5,997 views · 13 posts · 461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9098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28090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25770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 · 578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5770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38,857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50 posts · 781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2,932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2,205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31,964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46 posts · 644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695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7,659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5,997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461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571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89,000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56 posts · 1,589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62,185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3,109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1,306 avg views/post   ·   149 posts   ·   194,621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