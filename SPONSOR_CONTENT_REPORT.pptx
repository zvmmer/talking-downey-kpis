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93,815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965465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71705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90,006 views · 156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5801889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8129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87,538 views · 34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682379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8619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70,647 views · 89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203781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0021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63,426 views · 25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414479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1033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62,536 views · 22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367744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73984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50,812 views · 57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3159961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6201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1766587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72827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26,654 views · 30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46797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3037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8,250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514917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21157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396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6636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635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875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93,815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87,538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1,994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7,673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63,426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1,478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2,537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3,199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2,843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50,812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57 posts · 993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891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4,522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3,873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3,520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 · 2,941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26,654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30 posts · 602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888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4,027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3,034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3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70,647 views · 89 posts · 794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663669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134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134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528953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6633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6633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70,647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89 posts · 1,535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794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11,662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 posts · 2,649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93,815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1,538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 posts · 2,843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2,575 avg views/post   ·   34 posts   ·   87,538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1,243 avg views/post   ·   189 posts   ·   234,977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