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93,713 views · 61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298565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4805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79,857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847446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3686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73,058 views · 139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153219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9459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62,595 views · 24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149172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5412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62,534 views · 20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3165192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1432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47,704 views · 79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163400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9640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668225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4465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40,214 views · 52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46397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2637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8,235 views · 8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14217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20457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7,750 views · 15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424047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30287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6,391 views · 11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0843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7083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3715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955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93,713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61 posts · 3,031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1,536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24 posts · 1,462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2,608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3,174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3,127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1,029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47,704 views · 79 posts · 604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5087479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85159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40,214 views · 52 posts · 773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85159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980453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8133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7,750 views · 15 posts · 517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8133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808526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6206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6,391 views · 11 posts · 581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06206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78335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1030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1030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47,704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79 posts · 1,279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604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3,922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3,200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40,214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52 posts · 824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3,520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2,225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 concerns among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6,391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 posts · 220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581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2,251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965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IG  ·  802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93,713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 posts · 1,536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62,534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3,127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79,857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1,251 avg views/post   ·   163 posts   ·   203,980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