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2026-07-17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203703"/>
            <a:ext cx="6217920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71,031 views · 21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6386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548682"/>
            <a:ext cx="6092390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98630" y="2466386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69,597 views · 27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1364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893660"/>
            <a:ext cx="4054678" cy="14381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0918" y="2811364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46,319 views · 13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6342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238638"/>
            <a:ext cx="3330125" cy="14381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36365" y="3156342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38,042 views · 54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01320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583616"/>
            <a:ext cx="3239698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938" y="3501320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37,009 views · 25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46298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928594"/>
            <a:ext cx="2274502" cy="14381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742" y="3846298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25,983 views · 31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91277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273573"/>
            <a:ext cx="2090672" cy="14381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6912" y="4191277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23,883 views · 31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36255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618551"/>
            <a:ext cx="705382" cy="14381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1622" y="4536255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8,058 views · 6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81233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963529"/>
            <a:ext cx="354004" cy="14381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0244" y="4881233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4,044 views · 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26211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5308507"/>
            <a:ext cx="294215" cy="14381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0455" y="5226211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3,361 views · 6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71189"/>
            <a:ext cx="32004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653485"/>
            <a:ext cx="95416" cy="14381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1656" y="5571189"/>
            <a:ext cx="2286000" cy="3449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1,090 views · 2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71,031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1,431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3,382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27,000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15,867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6,322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FIFA / World Cup is a proven driver of reach.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69,597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1,714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Stonewood, YMCA, new businesses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46,319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2,817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3,563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Downtown Development is a proven driver of reach.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Other / Uncategorized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Content that doesn't fit the above buckets — usually casual/BTS.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38,042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54 posts · 878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704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IG  ·  5,136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Guilty or not guilty? It's immaterial. Our principles demand everyone deserves a defense,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3,717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believe the fake rumors. Married 42 years, no strippers, no cocaine at my bachelor 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IG  ·  1,626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Truth revealed: Accusations of attacking opponents, fueling division, and demeaning women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37,009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1,351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1,480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3,346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Downey's food scene is wild! Porto's, pho, Mongolian BBQ, Waba Grill, poke, and Starfish 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IG  ·  2,326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 many food choices right next to Porto's downtown Downey! From pho and Mongolian BBQ to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25,983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31 posts · 431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838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3,200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1,999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council member fined $13,000 for unreported campaign contributions. It's public record.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city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23,883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31 posts · 492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IG  ·  2,848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TT  ·  2,205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Responding to your yapping, Downey! Big things are happening. This is...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1,637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City seal jacket for a bike ride? So what? This decision is all about owning it. Embracing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8,058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133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1,343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791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scandal-driven; just meet-the-person.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4,044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 posts · 58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578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965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IG  ·  802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604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 Uva shares her commitment to public safety, quality of life, maintaining a balanced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— July 4th, veterans, pride pieces.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3,361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 posts · 106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560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660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Founding Fathers signed their death warrant declaring independence. The Declaration is jus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Brand Growth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Self-referential updates — 'our growth is exponential' style posts.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TOTAL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1,090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 posts · 16 likes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545 average views per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E87E8F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#1  ·  FB  ·  696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We're seeing exponential growth across our social platforms, with over 100k views combined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#2  ·  TT  ·  394 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Social media growth is exponential! Over 100k views total, with 54k+ on one platform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E87E8F"/>
                </a:solidFill>
                <a:latin typeface="Helvetica Neue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2,578 avg views/post   ·   27 posts   ·   69,597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1,394 avg views/post   ·   88 posts   ·   122,674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