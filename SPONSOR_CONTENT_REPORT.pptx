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92,692 views · 60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356794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63034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194338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578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62,526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0545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695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292897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137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49,088 views · 99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9824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448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693859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0099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40,158 views · 52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21966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5900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33,089 views · 51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1377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20017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495397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1637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7,385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1463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0870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6,181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71277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7517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4527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0767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92,692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60 posts · 2,997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1,545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40,158 views · 52 posts · 772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972693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70373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33,089 views · 51 posts · 649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0373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51012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692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8692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28895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6575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6,181 views · 13 posts · 475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6575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07741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5421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5421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40,158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822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3,470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33,089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51 posts · 656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TT  ·  2,075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Pizza Company's pastrami pizza is a legendary secret! Used to order it during counc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92,692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1,545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62,526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3,126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1,288 avg views/post   ·   155 posts   ·   199,615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