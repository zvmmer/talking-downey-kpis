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2026-10-23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517,811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220,402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1,682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207,858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1,275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89,551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635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18,961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412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206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7,058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11,697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17,239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1,077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223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9,222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922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3,090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8,258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1,032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1,357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859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229,291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1,777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147,758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1,055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138,903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1,859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143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