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517,811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220,402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207,858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1,275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89,551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635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94,756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 posts · 1,528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18 posts · 20,178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26,121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67 posts · 389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530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27 posts · 7,875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38 posts · 17,716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17,239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1,077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223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CITY HALL &amp; CIVIC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13,226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 posts · 696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3,130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1,727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8,369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10,760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 posts · 896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7 posts · 3,859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1,777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1,859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143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48%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