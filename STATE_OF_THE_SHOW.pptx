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517,310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220,351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1,682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207,775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89,184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632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18,663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405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169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6,984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11,510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17,229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1,076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213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9,222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3,090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8,251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1,350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1,776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1,528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117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