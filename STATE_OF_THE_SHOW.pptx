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516,605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220,317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1,681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207,768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88,520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627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18,305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397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146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6,981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11,178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17,210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1,075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194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9,198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919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3,066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8,235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1,029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1,348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845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228,907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1,774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147,429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1,053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138,828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1,441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110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