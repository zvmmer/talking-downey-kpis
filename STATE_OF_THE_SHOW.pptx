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STATE OF THE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FCF6F5"/>
                </a:solidFill>
                <a:latin typeface="Georgia"/>
              </a:rPr>
              <a:t>12 weeks. 1 podcast episode. 4 platforms. 400+ pieces of proof.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Since Jun 8, 2026 · through 2026-09-11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read-once-and-you-get-the-show deck.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RECEIPT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Everything the show has shipped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totals from Jun 8 through today. Whatever the individual month, this is the body of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516,785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views across every tracked post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480560"/>
            <a:ext cx="54864" cy="12801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POSTS PUBLISHED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836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8367" y="4480560"/>
            <a:ext cx="54864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24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990011"/>
                </a:solidFill>
                <a:latin typeface="Georgia"/>
              </a:rPr>
              <a:t>16,555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124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LIKES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4480560"/>
            <a:ext cx="54864" cy="1280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16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B7A43"/>
                </a:solidFill>
                <a:latin typeface="Georgia"/>
              </a:rPr>
              <a:t>927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COMMENTS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7620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76207" y="4480560"/>
            <a:ext cx="54864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5908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C9A227"/>
                </a:solidFill>
                <a:latin typeface="Georgia"/>
              </a:rPr>
              <a:t>1,188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908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AVG VIEWS / POST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MONTHS, THREE IDENTITIES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show's own arc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The same voice, three different chapters. Each month tried something the last month didn't.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24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" y="2103120"/>
            <a:ext cx="73152" cy="4023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84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JUNE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84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Proof of 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84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220,319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84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131 posts · 1,681 avg / post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084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84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84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84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Controversy engine at scale — scandal + council chaos led the reach.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7560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75607" y="2103120"/>
            <a:ext cx="73152" cy="40233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420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2E86AB"/>
                </a:solidFill>
                <a:latin typeface="Helvetica Neue"/>
              </a:rPr>
              <a:t>JULY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420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Diversification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420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207,768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420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163 posts · 1,274 avg / post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420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420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420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420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Military service and the FIFA watch party joined the top of the reach ladder — new lanes, same voice.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9896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98967" y="2103120"/>
            <a:ext cx="73152" cy="4023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2756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AUGUST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756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Exploration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2756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88,698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2756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141 posts · 629 avg / post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2756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2756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756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756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 scandal chased, no viral event. Volume held, reach softened — the show explored formats without a defined pillar.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One episode has spawned three months of distinct content identities. That's what a real editorial engine looks like.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WHAT EARNED THE REACH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top 8 posts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by views across all platforms. These are the pieces that pulled outside the average — the ones that traveled.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pieces that traveled cut across categories — a scandal, a local retail opening, a military explainer, a mall event. Range is the moat.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WORKHORSES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consistently works across every 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Categories that appeared in June, July, and August. Ranked by cumulative reach. These are the reliable lanes.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14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147" y="2194560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802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FOOD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02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92,798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02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60 posts · 1,546 avg / 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0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0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19 posts · 34,134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00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00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25 posts · 40,444 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210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210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16 posts · 18,220 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2194560"/>
            <a:ext cx="54864" cy="155448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278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278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30,730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278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 posts · 1,024 avg / 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27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27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6 posts · 8,381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48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48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11 posts · 9,564 views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368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68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13 posts · 12,785 views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8466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84667" y="2194560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6754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754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18,374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754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46 posts · 399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754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754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147 views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5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95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23 posts · 6,981 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16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16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22 posts · 11,246 views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14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147" y="4069079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02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POLITICS (OTHER)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802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17,213 views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02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1,075 avg / post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80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80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12 posts · 14,941 views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600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600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2,075 views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4210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210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197 views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8990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89907" y="4069079"/>
            <a:ext cx="54864" cy="155448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7278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ELECTIONS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278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9,200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278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10 posts · 920 avg / post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27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27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2,515 views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548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548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3,617 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368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368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5 posts · 3,068 views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8466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084667" y="4069079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6754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RESIDENT HIGHLIGHT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754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8,236 views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6754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 posts · 1,029 avg / post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754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754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6,042 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495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495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4 posts · 1,348 views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316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316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846 views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show's floor is Food + Community Local. Every month, no exception. Everything else is optional flavoring on top of this base.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WHERE THE AUDIENCE SHOWS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by platform,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platform is doing something different for the show — this isn't just cross-posting, it's four distinct audiences.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73152" cy="14630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228,992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268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129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268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1,775 avg /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breakout engine — highest per-post reach, home of the viral moments.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2194560"/>
            <a:ext cx="73152" cy="146304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147,507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196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140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196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1,053 avg / 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workhorse — steady volume, steady reach, the show's Rolodex.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72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727" y="3931920"/>
            <a:ext cx="73152" cy="146304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32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32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138,834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7268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153 posts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7268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907 avg / post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32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reliable floor — held up strongest in August when the others dipped.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300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3007" y="3931920"/>
            <a:ext cx="73152" cy="14630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160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9A227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1,452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196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196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111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160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compounding asset — each episode is a permanent link the algorithm keeps finding.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Four platforms, four jobs. A sponsor picking Talking Downey isn't buying one audience — they're buying four connected ones.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BRAND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Talking Downey is intentionally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 show that runs on scandal has a ceiling. This one has been architected to have a floor instead.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73152" cy="914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1284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Georgia"/>
              </a:rPr>
              <a:t>NOT a doomscroll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603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8% of posts are investigative / scandal-adjacent — the rest are city stories, food, community, and civic life.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154679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154679"/>
            <a:ext cx="73152" cy="914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644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B7A43"/>
                </a:solidFill>
                <a:latin typeface="Georgia"/>
              </a:rPr>
              <a:t>NOT a one-note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11879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44% of the catalog is positive / community-forward content. Sponsors are buying breadth, not controversy.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20624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206240"/>
            <a:ext cx="73152" cy="914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159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Georgia"/>
              </a:rPr>
              <a:t>NOT reliant on any single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634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Reach is spread across TikTok, Instagram, Facebook, and YouTube. No algorithm change breaks the show.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25780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5257800"/>
            <a:ext cx="73152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36752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Georgia"/>
              </a:rPr>
              <a:t>NOT chasing every trend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715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August proved it — the show can take a quiet month and let the catalog work in the background while it explores.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This is what makes the show sponsor-safe. The floor is community. Any heat that shows up is optional flavor.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Three directions for the next chapter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FCF6F5"/>
                </a:solidFill>
                <a:latin typeface="Helvetica Neue"/>
              </a:rPr>
              <a:t>Pick one, pick two, pick all three. Each is grounded in what the last 12 weeks proved.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517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651760"/>
            <a:ext cx="73152" cy="594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7249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B7A43"/>
                </a:solidFill>
                <a:latin typeface="Helvetica Neue"/>
              </a:rPr>
              <a:t>LEAN INTO WHAT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7889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Sponsor a Food + Community Local weekly slot. Sustained per-post reach across all 3 months. Low-risk, high-reliability.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73152" cy="594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107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REOPEN THE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4747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Green-light one investigative piece per month. Scandal drove June's breakout — proven ceiling is much higher than the current floor.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0233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023360"/>
            <a:ext cx="73152" cy="594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965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TEST A NEW 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160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Fund a two-week experiment (YouTube long-form, TikTok series, live stream). The show has shown it can take exploration months without breaking.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What do you want the next 12 weeks to look like?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