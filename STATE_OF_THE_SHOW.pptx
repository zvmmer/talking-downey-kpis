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517,291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220,344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207,775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89,172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632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18,653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405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165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6,984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11,504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17,227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211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8,251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1,350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1,776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1,516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116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