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517,128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220,327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89,031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631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18,571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403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150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6,982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11,439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17,218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202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9,219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921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3,087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8,249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229,039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1,775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138,895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113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