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STATE OF THE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CF6F5"/>
                </a:solidFill>
                <a:latin typeface="Georgia"/>
              </a:rPr>
              <a:t>12 weeks. 1 podcast episode. 4 platforms. 400+ pieces of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Since Jun 8, 2026 · through 2026-09-25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read-once-and-you-get-the-show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Jun 8 through today. Whatever the individual month, this is the body of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517,298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views across every tracked post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480560"/>
            <a:ext cx="54864" cy="12801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836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367" y="4480560"/>
            <a:ext cx="54864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990011"/>
                </a:solidFill>
                <a:latin typeface="Georgia"/>
              </a:rPr>
              <a:t>16,566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24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4480560"/>
            <a:ext cx="54864" cy="1280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B7A43"/>
                </a:solidFill>
                <a:latin typeface="Georgia"/>
              </a:rPr>
              <a:t>928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620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6207" y="4480560"/>
            <a:ext cx="54864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908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C9A227"/>
                </a:solidFill>
                <a:latin typeface="Georgia"/>
              </a:rPr>
              <a:t>1,189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08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AVG VIEWS / 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MONTHS, THREE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show's own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 same voice, three different chapters. Each month tried something the last month didn't.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24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" y="2103120"/>
            <a:ext cx="73152" cy="4023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JUNE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220,345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posts · 1,682 avg /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084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84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84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84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Controversy engine at scale — scandal + council chaos led the 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60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75607" y="2103120"/>
            <a:ext cx="73152" cy="40233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20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E86AB"/>
                </a:solidFill>
                <a:latin typeface="Helvetica Neue"/>
              </a:rPr>
              <a:t>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20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Diversification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207,775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163 posts · 1,274 avg /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420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420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420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Military service and the FIFA watch party joined the top of the reach ladder — new lanes, same voice.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896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8967" y="2103120"/>
            <a:ext cx="73152" cy="4023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Exploration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89,178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756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141 posts · 632 avg / post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756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2756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756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756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 scandal chased, no viral event. Volume held, reach softened — the show explored formats without a defined pillar.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 has spawned three months of distinct content identities. That's what a real editorial engine looks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EARNED THE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top 8 posts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are the pieces that pulled outside the average — the ones that traveled.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pieces that traveled cut across categories — a scandal, a local retail opening, a military explainer, a mall event. Range is the moat.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WORKHORSES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consistently works across every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that appeared in June, July, and August. Ranked by cumulative reach. These are the reliable lanes.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14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194560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92,798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1,546 avg / 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19 posts · 34,134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00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00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25 posts · 40,444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10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210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16 posts · 18,220 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2194560"/>
            <a:ext cx="54864" cy="155448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30,730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 posts · 1,024 avg /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6 posts · 8,381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48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48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11 posts · 9,564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68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68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12,785 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466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4667" y="2194560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754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18,657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 posts · 405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166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5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95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23 posts · 6,984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16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16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22 posts · 11,507 views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14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14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02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02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17,227 views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02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1,076 avg / post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0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0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12 posts · 14,941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00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00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2,075 views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210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0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211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8990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89907" y="4069079"/>
            <a:ext cx="54864" cy="155448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278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278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9,222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278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 posts · 922 avg / 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27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27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2,515 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48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8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3,617 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68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68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5 posts · 3,090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8466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84667" y="4069079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6754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754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8,251 views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754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 posts · 1,031 avg / 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754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754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6,042 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495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95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4 posts · 1,350 views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316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316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859 views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show's floor is Food + Community Local. Every month, no exception. Everything else is optional flavoring on top of this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WHERE THE AUDIENCE SHOWS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by platform,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platform is doing something different for the show — this isn't just cross-posting, it's four distinct audiences.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73152" cy="14630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229,118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268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129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268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1,776 avg /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breakout engine — highest per-post reach, home of the viral moments.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194560"/>
            <a:ext cx="73152" cy="146304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147,758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196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1,055 avg /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workhorse — steady volume, steady reach, the show's Rolodex.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2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31920"/>
            <a:ext cx="73152" cy="146304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138,903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68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268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907 avg /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32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reliable floor — held up strongest in August when the others dipped.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931920"/>
            <a:ext cx="73152" cy="14630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1,519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196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116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compounding asset — each episode is a permanent link the algorithm keeps finding.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Four platforms, four jobs. A sponsor picking Talking Downey isn't buying one audience — they're buying four connected 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Talking Downey is intentionally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 show that runs on scandal has a ceiling. This one has been architected to have a floor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Georgia"/>
              </a:rPr>
              <a:t>NOT a doomscroll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8% of posts are investigative / scandal-adjacent — the rest are city stories, food, community, and civic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79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79"/>
            <a:ext cx="73152" cy="914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644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B7A43"/>
                </a:solidFill>
                <a:latin typeface="Georgia"/>
              </a:rPr>
              <a:t>NOT a one-note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44% of the catalog is positive / community-forward content. Sponsors are buying breadth, not controversy.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Georgia"/>
              </a:rPr>
              <a:t>NOT reliant on any single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Reach is spread across TikTok, Instagram, Facebook, and YouTube. No algorithm change breaks the show.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675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Georgia"/>
              </a:rPr>
              <a:t>NOT chasing every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August proved it — the show can take a quiet month and let the catalog work in the background while it explores.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This is what makes the show sponsor-safe. The floor is community. Any heat that shows up is optional flavor.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Three directions for the next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Pick one, pick two, pick all three. Each is grounded in what the last 12 weeks proved.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3152" cy="594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A43"/>
                </a:solidFill>
                <a:latin typeface="Helvetica Neue"/>
              </a:rPr>
              <a:t>LEAN INTO WHAT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889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Sponsor a Food + Community Local weekly slot. Sustained per-post reach across all 3 months. Low-risk, high-reliability.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73152" cy="594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REOPEN THE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Green-light one investigative piece per month. Scandal drove June's breakout — proven ceiling is much higher than the current floor.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73152" cy="594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TEST A NEW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160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Fund a two-week experiment (YouTube long-form, TikTok series, live stream). The show has shown it can take exploration months without breaking.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What do you want the next 12 weeks to look like?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