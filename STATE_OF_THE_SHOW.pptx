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Helvetica Neue"/>
              </a:rPr>
              <a:t>STATE OF THE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FCF6F5"/>
                </a:solidFill>
                <a:latin typeface="Georgia"/>
              </a:rPr>
              <a:t>12 weeks. 1 podcast episode. 4 platforms. 400+ pieces of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Since Jun 8, 2026 · through 2026-10-30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The read-once-and-you-get-the-show deck.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Prepared by Zhamir Pascual —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THE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Everything the show has shipped since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Cumulative totals from Jun 8 through today. Whatever the individual month, this is the body of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2E86AB"/>
                </a:solidFill>
                <a:latin typeface="Georgia"/>
              </a:rPr>
              <a:t>517,967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F3C7E"/>
                </a:solidFill>
                <a:latin typeface="Helvetica Neue"/>
              </a:rPr>
              <a:t>views across every tracked post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" y="4480560"/>
            <a:ext cx="26060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" y="4480560"/>
            <a:ext cx="54864" cy="12801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327" y="4617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435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53035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POSTS PUBLISHED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8367" y="4480560"/>
            <a:ext cx="26060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367" y="4480560"/>
            <a:ext cx="54864" cy="12801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247" y="4617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990011"/>
                </a:solidFill>
                <a:latin typeface="Georgia"/>
              </a:rPr>
              <a:t>16,570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247" y="53035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TOTAL LIKES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4480560"/>
            <a:ext cx="26060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4480560"/>
            <a:ext cx="54864" cy="12801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4617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B7A43"/>
                </a:solidFill>
                <a:latin typeface="Georgia"/>
              </a:rPr>
              <a:t>932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53035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TOTAL COMMENTS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6207" y="4480560"/>
            <a:ext cx="26060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6207" y="4480560"/>
            <a:ext cx="54864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9087" y="4617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C9A227"/>
                </a:solidFill>
                <a:latin typeface="Georgia"/>
              </a:rPr>
              <a:t>1,190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9087" y="53035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AVG VIEWS / POST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THREE MONTHS, THREE IDENTITIES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The show's own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The same voice, three different chapters. Each month tried something the last month didn't.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247" y="2103120"/>
            <a:ext cx="38404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247" y="2103120"/>
            <a:ext cx="73152" cy="4023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847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90011"/>
                </a:solidFill>
                <a:latin typeface="Helvetica Neue"/>
              </a:rPr>
              <a:t>JUNE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47" y="2606039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41833"/>
                </a:solidFill>
                <a:latin typeface="Georgia"/>
              </a:rPr>
              <a:t>Proof of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338327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220,415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847" y="37947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131 posts · 1,682 avg / 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0847" y="4206240"/>
            <a:ext cx="3383280" cy="18288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847" y="429767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TOP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847" y="4572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41833"/>
                </a:solidFill>
                <a:latin typeface="Helvetica Neue"/>
              </a:rPr>
              <a:t>Downtown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847" y="512064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Controversy engine at scale — scandal + council chaos led the reach.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5607" y="2103120"/>
            <a:ext cx="38404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75607" y="2103120"/>
            <a:ext cx="73152" cy="40233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4207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Helvetica Neue"/>
              </a:rPr>
              <a:t>JULY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4207" y="2606039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41833"/>
                </a:solidFill>
                <a:latin typeface="Georgia"/>
              </a:rPr>
              <a:t>Diversification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207" y="338327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207,904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4207" y="37947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163 posts · 1,275 avg / post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4207" y="4206240"/>
            <a:ext cx="3383280" cy="18288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4207" y="429767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TOP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4207" y="4572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41833"/>
                </a:solidFill>
                <a:latin typeface="Helvetica Neue"/>
              </a:rPr>
              <a:t>Military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4207" y="512064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Military service and the FIFA watch party joined the top of the reach ladder — new lanes, same voice.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8967" y="2103120"/>
            <a:ext cx="38404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8967" y="2103120"/>
            <a:ext cx="73152" cy="4023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7567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9A227"/>
                </a:solidFill>
                <a:latin typeface="Helvetica Neue"/>
              </a:rPr>
              <a:t>AUGUST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7567" y="2606039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41833"/>
                </a:solidFill>
                <a:latin typeface="Georgia"/>
              </a:rPr>
              <a:t>Exploration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567" y="338327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89,648 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7567" y="37947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141 posts · 635 avg / post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27567" y="4206240"/>
            <a:ext cx="3383280" cy="18288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567" y="429767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2"/>
                </a:solidFill>
                <a:latin typeface="Helvetica Neue"/>
              </a:rPr>
              <a:t>TOP 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567" y="4572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41833"/>
                </a:solidFill>
                <a:latin typeface="Helvetica Neue"/>
              </a:rPr>
              <a:t>Food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7567" y="512064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No scandal chased, no viral event. Volume held, reach softened — the show explored formats without a defined pillar.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One episode has spawned three months of distinct content identities. That's what a real editorial engine looks 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WHAT EARNED THE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The top 8 posts since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Ranked by views across all platforms. These are the pieces that pulled outside the average — the ones that traveled.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15568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042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304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614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7614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Combat jobs aren't for everyone. See how your MOS determines deployment 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761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37,900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61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2,472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761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Military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0896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8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2186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Get ready! Round One is taking over the old Sears at Stonewood Mall. This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218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29,200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186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2,513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218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Downtown 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6616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758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67588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675887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Watch party in Stonewood Mall! Over 25,000 people showed up for this epic 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67588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27,400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67588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806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675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Fifa Positive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233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33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133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1330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Mama Lu's is coming to Downey! Asian community favorite, famous for their 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1330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13,600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1330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951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133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590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590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45902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Grew up in Huntington Park and still own property there. The city's o...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590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9,839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590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548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590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Trujillo Scandal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047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0474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0474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Pop's Wings just opened and it's a must-try! Their pastrami sandwich with 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0" y="5047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8,352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047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405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504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5504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5046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25,000+ people gathered for a watch party at Stonewood Mall! Despite the $3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0" y="5504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7,180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5046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5504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Fifa Positive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9618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961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9618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A woman's outburst at a city council meeting, repeatedly warned by the mayo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0" y="5961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7,031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59618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5961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Council Chaos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pieces that traveled cut across categories — a scandal, a local retail opening, a military explainer, a mall event. Range is the moat.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THE WORKHORSES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What consistently works across every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Categories that appeared in June, July, and August. Ranked by cumulative reach. These are the reliable lanes.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147" y="2194560"/>
            <a:ext cx="3611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2194560"/>
            <a:ext cx="54864" cy="15544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027" y="23317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26060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94,756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306323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62 posts · 1,528 avg /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02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19 posts · 34,134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006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006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25 posts · 40,444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210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AUG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210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18 posts · 20,178 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9907" y="2194560"/>
            <a:ext cx="3611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9907" y="2194560"/>
            <a:ext cx="54864" cy="155448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2787" y="23317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1833"/>
                </a:solidFill>
                <a:latin typeface="Helvetica Neue"/>
              </a:rPr>
              <a:t>COMMUNITY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2787" y="26060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30,730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787" y="306323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30 posts · 1,024 avg / 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278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78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6 posts · 8,381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482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482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11 posts · 9,564 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686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AUG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686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13 posts · 12,785 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4667" y="2194560"/>
            <a:ext cx="3611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4667" y="2194560"/>
            <a:ext cx="54864" cy="1554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7547" y="23317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JUDICIAL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7547" y="26060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26,272 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7547" y="306323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67 posts · 392 avg / 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754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754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2 posts · 540 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958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958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27 posts · 7,919 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31627" y="338328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AUG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1627" y="3566160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38 posts · 17,813 views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5147" y="4069079"/>
            <a:ext cx="3611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5147" y="4069079"/>
            <a:ext cx="54864" cy="1554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027" y="42062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POLITICS (OTHER)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027" y="44805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17,239 views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027" y="493775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16 posts · 1,077 avg / 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02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02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12 posts · 14,941 views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6006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6006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1 posts · 2,075 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4210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AUG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4210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3 posts · 223 views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89907" y="4069079"/>
            <a:ext cx="3611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89907" y="4069079"/>
            <a:ext cx="54864" cy="1554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72787" y="42062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3C7E"/>
                </a:solidFill>
                <a:latin typeface="Helvetica Neue"/>
              </a:rPr>
              <a:t>CITY HALL &amp; CIVIC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2787" y="44805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13,226 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2787" y="493775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19 posts · 696 avg / post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278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278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4 posts · 3,130 views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482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482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2 posts · 1,727 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686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AUG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686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13 posts · 8,369 views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84667" y="4069079"/>
            <a:ext cx="3611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84667" y="4069079"/>
            <a:ext cx="54864" cy="155448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7547" y="42062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B7A43"/>
                </a:solidFill>
                <a:latin typeface="Helvetica Neue"/>
              </a:rPr>
              <a:t>RESIDENT HIGHLIGHT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7547" y="44805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F3C7E"/>
                </a:solidFill>
                <a:latin typeface="Georgia"/>
              </a:rPr>
              <a:t>10,760 views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67547" y="493775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12 posts · 896 avg / 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6754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6754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3 posts · 6,042 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4958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JUL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4958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7 posts · 3,859 views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31627" y="525779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B7082"/>
                </a:solidFill>
                <a:latin typeface="Helvetica Neue"/>
              </a:rPr>
              <a:t>AUG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31627" y="5440679"/>
            <a:ext cx="1082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141833"/>
                </a:solidFill>
                <a:latin typeface="Helvetica Neue"/>
              </a:rPr>
              <a:t>2 posts · 859 views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show's floor is Food + Community Local. Every month, no exception. Everything else is optional flavoring on top of this 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WHERE THE AUDIENCE SHOWS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Reach by platform, all-time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Each platform is doing something different for the show — this isn't just cross-posting, it's four distinct audiences.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727" y="219456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3727" y="2194560"/>
            <a:ext cx="73152" cy="146304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3317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TIKTOK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651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229,291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2687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129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687" y="3017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1,777 avg /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The breakout engine — highest per-post reach, home of the viral moments.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19456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194560"/>
            <a:ext cx="73152" cy="146304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23317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651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147,758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1967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140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1967" y="3017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1,055 avg /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The workhorse — steady volume, steady reach, the show's Rolodex.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727" y="393192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3727" y="3931920"/>
            <a:ext cx="73152" cy="146304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327" y="4069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27" y="4389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138,903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2687" y="4434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153 posts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2687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907 avg / 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327" y="49834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The reliable floor — held up strongest in August when the others dipped.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3007" y="393192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007" y="3931920"/>
            <a:ext cx="73152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40690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Helvetica Neue"/>
              </a:rPr>
              <a:t>YOUTUBE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607" y="4389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2,015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1967" y="4434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13 posts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1967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155 avg / 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607" y="49834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The compounding asset — each episode is a permanent link the algorithm keeps finding.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Four platforms, four jobs. A sponsor picking Talking Downey isn't buying one audience — they're buying four connected 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BRAND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What Talking Downey is intentionally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A show that runs on scandal has a ceiling. This one has been architected to have a floor instead.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3152" cy="9144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990011"/>
                </a:solidFill>
                <a:latin typeface="Georgia"/>
              </a:rPr>
              <a:t>NOT a doomscroll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8% of posts are investigative / scandal-adjacent — the rest are city stories, food, community, and civic life.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54679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54679"/>
            <a:ext cx="73152" cy="9144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644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7A43"/>
                </a:solidFill>
                <a:latin typeface="Georgia"/>
              </a:rPr>
              <a:t>NOT a one-note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79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48% of the catalog is positive / community-forward content. Sponsors are buying breadth, not controversy.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73152" cy="914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159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Georgia"/>
              </a:rPr>
              <a:t>NOT reliant on any single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63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Reach is spread across TikTok, Instagram, Facebook, and YouTube. No algorithm change breaks the show.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257800"/>
            <a:ext cx="73152" cy="914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675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C9A227"/>
                </a:solidFill>
                <a:latin typeface="Georgia"/>
              </a:rPr>
              <a:t>NOT chasing every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August proved it — the show can take a quiet month and let the catalog work in the background while it explores.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This is what makes the show sponsor-safe. The floor is community. Any heat that shows up is optional flavor.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Helvetica Neue"/>
              </a:rPr>
              <a:t>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Three directions for the next 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CF6F5"/>
                </a:solidFill>
                <a:latin typeface="Helvetica Neue"/>
              </a:rPr>
              <a:t>Pick one, pick two, pick all three. Each is grounded in what the last 12 weeks proved.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698480" cy="59436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73152" cy="5943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B7A43"/>
                </a:solidFill>
                <a:latin typeface="Helvetica Neue"/>
              </a:rPr>
              <a:t>LEAN INTO WHAT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7889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Sponsor a Food + Community Local weekly slot. Sustained per-post reach across all 3 months. Low-risk, high-reliability.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698480" cy="59436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337560"/>
            <a:ext cx="73152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107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90011"/>
                </a:solidFill>
                <a:latin typeface="Helvetica Neue"/>
              </a:rPr>
              <a:t>REOPEN THE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4747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Green-light one investigative piece per month. Scandal drove June's breakout — proven ceiling is much higher than the current floor.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10698480" cy="59436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73152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965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9A227"/>
                </a:solidFill>
                <a:latin typeface="Helvetica Neue"/>
              </a:rPr>
              <a:t>TEST A NEW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Fund a two-week experiment (YouTube long-form, TikTok series, live stream). The show has shown it can take exploration months without breaking.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What do you want the next 12 weeks to look like?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