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515,772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220,309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1,681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207,767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87,696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621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92,787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18,209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17,937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389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140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6,981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10,816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17,200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1,075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184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9,174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917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3,042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8,221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1,027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1,348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831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228,543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1,771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147,078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1,050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906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1,406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108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