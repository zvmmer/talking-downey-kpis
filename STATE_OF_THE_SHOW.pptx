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517,228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220,330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1,681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207,772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89,126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632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18,627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404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153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6,983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11,491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17,222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1,076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206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9,221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3,089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8,249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1,348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229,080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1,775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1,489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114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