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2026-10-16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517,638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16,566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220,385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1,682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207,824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89,429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634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18,842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409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194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7,027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11,621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17,233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1,077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217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9,222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922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3,090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8,255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1,031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1,354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859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229,251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1,777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147,758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1,055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138,903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1,726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132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