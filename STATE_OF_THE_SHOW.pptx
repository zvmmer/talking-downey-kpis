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STATE OF THE SHOW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0">
                <a:solidFill>
                  <a:srgbClr val="FCF6F5"/>
                </a:solidFill>
                <a:latin typeface="Georgia"/>
              </a:rPr>
              <a:t>12 weeks. 1 podcast episode. 4 platforms. 400+ pieces of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Since Jun 8, 2026 · through 2026-09-07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The read-once-and-you-get-the-show deck.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RECEIPT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Everything the show has shipped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Cumulative totals from Jun 8 through today. Whatever the individual month, this is the body of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516,312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views across every tracked post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447" y="4480560"/>
            <a:ext cx="54864" cy="12801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32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POSTS PUBLISHED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836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98367" y="4480560"/>
            <a:ext cx="54864" cy="12801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124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990011"/>
                </a:solidFill>
                <a:latin typeface="Georgia"/>
              </a:rPr>
              <a:t>16,524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24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LIKES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7287" y="4480560"/>
            <a:ext cx="54864" cy="1280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016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1B7A43"/>
                </a:solidFill>
                <a:latin typeface="Georgia"/>
              </a:rPr>
              <a:t>929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TOTAL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76207" y="4480560"/>
            <a:ext cx="2606040" cy="1280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76207" y="4480560"/>
            <a:ext cx="54864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9087" y="461772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C9A227"/>
                </a:solidFill>
                <a:latin typeface="Georgia"/>
              </a:rPr>
              <a:t>1,186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087" y="53035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AVG VIEWS / POST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MONTHS, THREE IDENTITIES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show's own arc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The same voice, three different chapters. Each month tried something the last month didn't.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224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" y="2103120"/>
            <a:ext cx="73152" cy="4023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84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JUNE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84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84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220,313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084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131 posts · 1,681 avg / post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084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084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84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084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Controversy engine at scale — scandal + council chaos led the reach.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7560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75607" y="2103120"/>
            <a:ext cx="73152" cy="40233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420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2E86AB"/>
                </a:solidFill>
                <a:latin typeface="Helvetica Neue"/>
              </a:rPr>
              <a:t>JULY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420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Diversification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420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207,768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420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163 posts · 1,274 avg / post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420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420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420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420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Military service and the FIFA watch party joined the top of the reach ladder — new lanes, same voice.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98967" y="2103120"/>
            <a:ext cx="384048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98967" y="2103120"/>
            <a:ext cx="73152" cy="4023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27567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AUGUST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7567" y="2606039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Exploration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27567" y="3383279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88,231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27567" y="37947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141 posts · 625 avg / post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7567" y="4206240"/>
            <a:ext cx="3383280" cy="18288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27567" y="4297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TOP 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27567" y="4572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41833"/>
                </a:solidFill>
                <a:latin typeface="Helvetica Neue"/>
              </a:rPr>
              <a:t>Food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27567" y="5120640"/>
            <a:ext cx="3474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 scandal chased, no viral event. Volume held, reach softened — the show explored formats without a defined pillar.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One episode has spawned three months of distinct content identities. That's what a real editorial engine looks like.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WHAT EARNED THE REACH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top 8 posts since launch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by views across all platforms. These are the pieces that pulled outside the average — the ones that traveled.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29,200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2,513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13,600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9,839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548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Trujillo Scandal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7,031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Council Chaos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pieces that traveled cut across categories — a scandal, a local retail opening, a military explainer, a mall event. Range is the moat.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WORKHORSES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consistently works across every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Categories that appeared in June, July, and August. Ranked by cumulative reach. These are the reliable lanes.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14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5147" y="2194560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802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802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92,798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02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/ 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0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0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19 posts · 34,134 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00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00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25 posts · 40,444 views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210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210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16 posts · 18,220 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2194560"/>
            <a:ext cx="54864" cy="155448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7278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278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30,730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278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30 posts · 1,024 avg /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27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27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6 posts · 8,381 views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48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48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11 posts · 9,564 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3686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686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13 posts · 12,785 views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84667" y="2194560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84667" y="2194560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7547" y="233172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67547" y="260604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18,195 views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7547" y="306323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46 posts · 395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6754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6754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143 views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58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958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23 posts · 6,981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1627" y="338328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31627" y="3566160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22 posts · 11,071 views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14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147" y="4069079"/>
            <a:ext cx="54864" cy="155448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802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POLITICS (OTHER)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802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17,206 views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802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1,075 avg / post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0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80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12 posts · 14,941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600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600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1 posts · 2,075 views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4210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4210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190 views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8990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89907" y="4069079"/>
            <a:ext cx="54864" cy="155448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7278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ELECTIONS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278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9,195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278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10 posts · 919 avg / 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727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27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2,515 views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48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48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3 posts · 3,617 views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686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3686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5 posts · 3,063 views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84667" y="4069079"/>
            <a:ext cx="36118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084667" y="4069079"/>
            <a:ext cx="54864" cy="155448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67547" y="4206240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RESIDENT HIGHLIGHT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7547" y="448055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8,232 views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7547" y="493775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8 posts · 1,029 avg / post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754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754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6,042 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4958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JUL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4958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4 posts · 1,348 views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31627" y="525779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>
                <a:solidFill>
                  <a:srgbClr val="6B7082"/>
                </a:solidFill>
                <a:latin typeface="Helvetica Neue"/>
              </a:rPr>
              <a:t>AUG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31627" y="5440679"/>
            <a:ext cx="1082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141833"/>
                </a:solidFill>
                <a:latin typeface="Helvetica Neue"/>
              </a:rPr>
              <a:t>2 posts · 842 views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show's floor is Food + Community Local. Every month, no exception. Everything else is optional flavoring on top of this base.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WHERE THE AUDIENCE SHOWS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by platform, all-time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platform is doing something different for the show — this isn't just cross-posting, it's four distinct audiences.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73152" cy="14630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TIKTOK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228,775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268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129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268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1,773 avg /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breakout engine — highest per-post reach, home of the viral moments.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21945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3007" y="2194560"/>
            <a:ext cx="73152" cy="146304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23317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INSTAGRAM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265176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147,307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1967" y="269748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140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41967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1,052 avg /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2461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workhorse — steady volume, steady reach, the show's Rolodex.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372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3727" y="3931920"/>
            <a:ext cx="73152" cy="146304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32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FACEBOOK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32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138,800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7268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153 posts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7268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907 avg / post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32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reliable floor — held up strongest in August when the others dipped.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3007" y="393192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3007" y="3931920"/>
            <a:ext cx="73152" cy="14630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1607" y="40690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C9A227"/>
                </a:solidFill>
                <a:latin typeface="Helvetica Neue"/>
              </a:rPr>
              <a:t>YOUTUBE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438912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1,430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1967" y="443484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1967" y="4754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6B7082"/>
                </a:solidFill>
                <a:latin typeface="Helvetica Neue"/>
              </a:rPr>
              <a:t>110 avg / 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1607" y="49834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compounding asset — each episode is a permanent link the algorithm keeps finding.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Four platforms, four jobs. A sponsor picking Talking Downey isn't buying one audience — they're buying four connected ones.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BRAND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Talking Downey is intentionally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 show that runs on scandal has a ceiling. This one has been architected to have a floor instead.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1284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990011"/>
                </a:solidFill>
                <a:latin typeface="Georgia"/>
              </a:rPr>
              <a:t>NOT a doomscroll show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603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8% of posts are investigative / scandal-adjacent — the rest are city stories, food, community, and civic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54679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154679"/>
            <a:ext cx="73152" cy="914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644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1B7A43"/>
                </a:solidFill>
                <a:latin typeface="Georgia"/>
              </a:rPr>
              <a:t>NOT a one-note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611879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44% of the catalog is positive / community-forward content. Sponsors are buying breadth, not controversy.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1596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Georgia"/>
              </a:rPr>
              <a:t>NOT reliant on any single 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6634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Reach is spread across TikTok, Instagram, Facebook, and YouTube. No algorithm change breaks the show.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1069848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36752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Georgia"/>
              </a:rPr>
              <a:t>NOT chasing every trend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71500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August proved it — the show can take a quiet month and let the catalog work in the background while it explores.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This is what makes the show sponsor-safe. The floor is community. Any heat that shows up is optional flavor.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Three directions for the next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FCF6F5"/>
                </a:solidFill>
                <a:latin typeface="Helvetica Neue"/>
              </a:rPr>
              <a:t>Pick one, pick two, pick all three. Each is grounded in what the last 12 weeks proved.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73152" cy="594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249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B7A43"/>
                </a:solidFill>
                <a:latin typeface="Helvetica Neue"/>
              </a:rPr>
              <a:t>LEAN INTO WHAT 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889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Sponsor a Food + Community Local weekly slot. Sustained per-post reach across all 3 months. Low-risk, high-reliability.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73152" cy="594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107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990011"/>
                </a:solidFill>
                <a:latin typeface="Helvetica Neue"/>
              </a:rPr>
              <a:t>REOPEN THE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4747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Green-light one investigative piece per month. Scandal drove June's breakout — proven ceiling is much higher than the current floor.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023360"/>
            <a:ext cx="10698480" cy="59436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023360"/>
            <a:ext cx="73152" cy="594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9651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TEST A NEW 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160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Fund a two-week experiment (YouTube long-form, TikTok series, live stream). The show has shown it can take exploration months without breaking.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ASK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What do you want the next 12 weeks to look like?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