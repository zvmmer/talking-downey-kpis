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90011"/>
                </a:solidFill>
                <a:latin typeface="Helvetica Neue"/>
              </a:rPr>
              <a:t>TALKING DOWNEY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CF6F5"/>
                </a:solidFill>
                <a:latin typeface="Georgia"/>
              </a:rPr>
              <a:t>Monthly Report ·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F6F5"/>
                </a:solidFill>
                <a:latin typeface="Helvetica Neue"/>
              </a:rPr>
              <a:t>Across 1 episode · 66 posts · 82,503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2651760" cy="219456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EPISODES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2F3C7E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this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3291840"/>
            <a:ext cx="2651760" cy="219456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POSTS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9319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2F3C7E"/>
                </a:solidFill>
                <a:latin typeface="Georgia"/>
              </a:rPr>
              <a:t>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892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across platforms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291840"/>
            <a:ext cx="2651760" cy="219456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319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2F3C7E"/>
                </a:solidFill>
                <a:latin typeface="Georgia"/>
              </a:rPr>
              <a:t>82,503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92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cumulative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3291840"/>
            <a:ext cx="2651760" cy="219456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LIKES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9319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2F3C7E"/>
                </a:solidFill>
                <a:latin typeface="Georgia"/>
              </a:rPr>
              <a:t>1,531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892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CF6F5"/>
                </a:solidFill>
                <a:latin typeface="Helvetica Neue"/>
              </a:rPr>
              <a:t>Generated 2026-06-25 20:34 · auto-updates as new posts 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TOP 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F3C7E"/>
                </a:solidFill>
                <a:latin typeface="Georgia"/>
              </a:rPr>
              <a:t>Best 5 posts this month, any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548640" cy="594359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548640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CF6F5"/>
                </a:solidFill>
                <a:latin typeface="Helvetica Neue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C7E"/>
                </a:solidFill>
                <a:latin typeface="Helvetica Neue"/>
              </a:rPr>
              <a:t>A woman's outburst at a city council meeting, repeatedly warned by the mayor, 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920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990011"/>
                </a:solidFill>
                <a:latin typeface="Helvetica Neue"/>
              </a:rPr>
              <a:t>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488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200" b="1">
                <a:solidFill>
                  <a:srgbClr val="2F3C7E"/>
                </a:solidFill>
                <a:latin typeface="Georgia"/>
              </a:rPr>
              <a:t>7,031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106984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548640" cy="594359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62072"/>
            <a:ext cx="548640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CF6F5"/>
                </a:solidFill>
                <a:latin typeface="Helvetica Neue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889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INSTAGRAM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632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C7E"/>
                </a:solidFill>
                <a:latin typeface="Helvetica Neue"/>
              </a:rPr>
              <a:t>I grew up in Huntington Park, and I still own property there. But the rules and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88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990011"/>
                </a:solidFill>
                <a:latin typeface="Helvetica Neue"/>
              </a:rPr>
              <a:t>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017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200" b="1">
                <a:solidFill>
                  <a:srgbClr val="2F3C7E"/>
                </a:solidFill>
                <a:latin typeface="Georgia"/>
              </a:rPr>
              <a:t>6,289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03320"/>
            <a:ext cx="548640" cy="594359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30752"/>
            <a:ext cx="548640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CF6F5"/>
                </a:solidFill>
                <a:latin typeface="Helvetica Neue"/>
              </a:rPr>
              <a:t>#3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5760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INSTAGRAM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9319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C7E"/>
                </a:solidFill>
                <a:latin typeface="Helvetica Neue"/>
              </a:rPr>
              <a:t>Round One is coming to Stonewood Mall, transforming the old Sears space! Get rea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6576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990011"/>
                </a:solidFill>
                <a:latin typeface="Helvetica Neue"/>
              </a:rPr>
              <a:t>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886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200" b="1">
                <a:solidFill>
                  <a:srgbClr val="2F3C7E"/>
                </a:solidFill>
                <a:latin typeface="Georgia"/>
              </a:rPr>
              <a:t>4,455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34840"/>
            <a:ext cx="106984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572000"/>
            <a:ext cx="548640" cy="594359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599431"/>
            <a:ext cx="548640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CF6F5"/>
                </a:solidFill>
                <a:latin typeface="Helvetica Neue"/>
              </a:rPr>
              <a:t>#4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526279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INSTAGRAM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8006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C7E"/>
                </a:solidFill>
                <a:latin typeface="Helvetica Neue"/>
              </a:rPr>
              <a:t>He admitted he messed up, but not for the reason you think. It wasn't just socia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52627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990011"/>
                </a:solidFill>
                <a:latin typeface="Helvetica Neue"/>
              </a:rPr>
              <a:t>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75487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200" b="1">
                <a:solidFill>
                  <a:srgbClr val="2F3C7E"/>
                </a:solidFill>
                <a:latin typeface="Georgia"/>
              </a:rPr>
              <a:t>3,805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440680"/>
            <a:ext cx="548640" cy="594359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468112"/>
            <a:ext cx="548640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CF6F5"/>
                </a:solidFill>
                <a:latin typeface="Helvetica Neue"/>
              </a:rPr>
              <a:t>#5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394959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INSTAGRAM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6692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C7E"/>
                </a:solidFill>
                <a:latin typeface="Helvetica Neue"/>
              </a:rPr>
              <a:t>Lifelong Democrat, moderate. Focused on helping Downey, not politics. Endorsed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39495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990011"/>
                </a:solidFill>
                <a:latin typeface="Helvetica Neue"/>
              </a:rPr>
              <a:t>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62355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200" b="1">
                <a:solidFill>
                  <a:srgbClr val="2F3C7E"/>
                </a:solidFill>
                <a:latin typeface="Georgia"/>
              </a:rPr>
              <a:t>3,200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EPISODE · 2026-06-08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F3C7E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347472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POSTS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79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F3C7E"/>
                </a:solidFill>
                <a:latin typeface="Georgia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319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across platforms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560320"/>
            <a:ext cx="347472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743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154679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F3C7E"/>
                </a:solidFill>
                <a:latin typeface="Georgia"/>
              </a:rPr>
              <a:t>82,503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9319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cumulative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560320"/>
            <a:ext cx="347472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743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54679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F3C7E"/>
                </a:solidFill>
                <a:latin typeface="Georgia"/>
              </a:rPr>
              <a:t>1,658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9319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likes + comments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POSTS · 2026-06-08 (1/11)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3C7E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88136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19385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938528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93852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93852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1088136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286000"/>
            <a:ext cx="54864" cy="4572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377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404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DAY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2404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YouTube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2404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Setting the Record Straight: I Was Forced to 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2404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2404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8208" y="2404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743200"/>
            <a:ext cx="1088136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743200"/>
            <a:ext cx="54864" cy="4572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28346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28620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DAY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5648" y="28620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TikTok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2928" y="28620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Responding to your yapping, Downey! Big things are happening.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28620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28620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8208" y="28620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3291840"/>
            <a:ext cx="685800" cy="274320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33192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#3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33192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TikTok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2928" y="33192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Politicians' promises often fall short. Real change needs hone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3319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8048" y="33192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08208" y="33192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6576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248" y="3749039"/>
            <a:ext cx="685800" cy="274320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37764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#4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55648" y="37764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TikTok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52928" y="37764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Giving second chances: Even when probation objects, a judge ca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7" y="37764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8048" y="37764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08208" y="37764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" y="4206240"/>
            <a:ext cx="685800" cy="274320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4233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#5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42336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TikTok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52928" y="42336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Bridging cultures: The secret weapon against tech's dark side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2127" y="42336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28048" y="42336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08208" y="42336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45720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1248" y="4663440"/>
            <a:ext cx="685800" cy="274320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4690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#6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4690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TikTok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2928" y="4690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From civil law to prosecution, this attorney brings a unique 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82127" y="4690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28048" y="4690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08208" y="4690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POSTS · 2026-06-08 (2/11)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3C7E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88136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19385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938528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93852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93852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377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04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404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404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Two bills we championed: one stopped a condo liquidated damage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404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404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2404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8346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8620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28620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8620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Carrie Uva for Downey City Council District 4. Focused on publ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8620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8620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8208" y="28620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2918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3192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3192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3192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She's a Republican, but she appointed a Democrat. Integrity 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3319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3192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8208" y="33192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6576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" y="3749039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7764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7764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37764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Neighborhood watch groups are incredibly effective! One group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7764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37764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8208" y="37764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42062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233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" y="42336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2928" y="42336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Served on Public Works for years, learned our city's secrets.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42336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2336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8208" y="42336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5720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" y="4663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4690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5648" y="4690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52928" y="4690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Our streets are getting paved thanks to a $30M city investment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690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4690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4690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POSTS · 2026-06-08 (3/11)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3C7E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88136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19385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938528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93852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93852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377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04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404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404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Lifelong Democrat, moderate. Focused on helping Downey, not 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404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404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2404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8346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8620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28620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8620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Carrie, you're known for helping seniors with wills and trusts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8620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8620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8208" y="28620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2918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3192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3192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3192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Exciting times in our Downey food venture! I'm your official 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3319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3192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8208" y="33192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6576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" y="3749039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7764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7764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37764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The Fun Box is a family hit! Amazing diversity from restaurant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7764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37764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8208" y="37764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42062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233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" y="42336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2928" y="42336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Round One is coming to Stonewood Mall, transforming the old 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42336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2336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8208" y="42336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5720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" y="4663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4690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5648" y="4690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52928" y="4690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Mama Lu's is coming to Downey! This Asian restaurant is so lov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690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4690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4690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POSTS · 2026-06-08 (4/11)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3C7E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88136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19385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938528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93852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93852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377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04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404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404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So many food choices right next to Porto's downtown Downey! Fr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404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404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2404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8346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8620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28620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8620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La Chula Mexican food, a favorite, is getting surrounded by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8620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8620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8208" y="28620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2918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3192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3192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3192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This Korean BBQ spot in Downey is always packed! @letsgogidown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3319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3192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8208" y="33192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6576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" y="3749039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7764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7764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37764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Downey's downtown is buzzing with new Asian-style restaurants!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7764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37764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8208" y="37764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42062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233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" y="42336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2928" y="42336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New Pho spot opened in Downey Gateway! GYU Pho is just 3 weeks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42336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2336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8208" y="42336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5720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" y="4663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4690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5648" y="4690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52928" y="4690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FIFA is a money-making machine, but what about the locals? In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690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4690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4690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POSTS · 2026-06-08 (5/11)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3C7E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88136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19385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938528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93852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93852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377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04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404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404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FIFA's World Cup generates billions in profit, making it a 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404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404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2404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8346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8620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28620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8620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Hosting FIFA watch parties in Downey on June 20th! Stonewood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8620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8620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8208" y="28620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2918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3192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3192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3192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I experienced FIFA's questionable practices firsthand in Vanco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3319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3192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8208" y="33192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6576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" y="3749039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7764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7764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37764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Money flows to FIFA, not local economies. Substitution, crowdi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7764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37764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8208" y="37764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42062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233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" y="42336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2928" y="42336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City seal jacket for a bike ride? So what? This decision is 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42336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2336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8208" y="42336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5720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" y="4663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4690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5648" y="4690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52928" y="4690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Mr. Trujillo informed me about a seal amidst unauthorized merc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690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4690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4690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POSTS · 2026-06-08 (6/11)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3C7E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88136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19385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938528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93852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93852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377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04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404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404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He admitted he messed up, but not for the reason you think.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404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404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2404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8346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8620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28620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8620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A council member fined $13,000 for unreported campaign contrib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8620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8620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8208" y="28620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2918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3192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3192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3192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A woman's outburst at a city council meeting, repeatedly warne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3319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3192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8208" y="33192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6576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" y="3749039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7764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7764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37764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I grew up in Huntington Park, and I still own property there.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7764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37764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8208" y="37764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42062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233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" y="42336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2928" y="42336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Mr. Trujillo felt embarrassed to be American. When asked abroa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42336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2336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8208" y="42336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5720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" y="4663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4690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5648" y="4690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Instagram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52928" y="4690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Today, June 9th, is a day that forever changed my life. It’s 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690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4690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4690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POSTS · 2026-06-08 (7/11)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3C7E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88136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19385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938528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93852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93852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377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04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404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404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Two significant legislative wins for HOAs and condo buyers. We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404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404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2404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8346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8620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28620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8620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Carrie Uva shares her commitment to public safety, quality of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8620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8620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8208" y="28620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2918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3192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3192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3192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A vigilant neighborhood watch group alerted police to speeding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3319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3192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8208" y="33192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6576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" y="3749039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7764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7764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37764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In a surprising move, a Republican willing to appoint a Democr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7764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37764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8208" y="37764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42062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233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" y="42336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2928" y="42336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The best Thai restaurant in Downey. Narai Thai is amazing. We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42336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2336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8208" y="42336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5720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" y="4663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4690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5648" y="4690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52928" y="4690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Years on the Public Works Committee revealed the inner working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690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4690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4690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POSTS · 2026-06-08 (8/11)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3C7E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88136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19385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938528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93852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93852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377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04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404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404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Our city has invested over $30 million in street repaving, 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404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404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2404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8346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8620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28620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8620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Downtowney night market is awesome ! Sponsored by the Downtown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8620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8620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8208" y="28620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2918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3192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3192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3192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Carrie's reputation for helping seniors with wills and trusts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3319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3192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8208" y="33192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6576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" y="3749039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7764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7764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37764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A lifelong, moderate Democrat dedicated to serving Downey's 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7764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37764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8208" y="37764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42062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233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" y="42336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2928" y="42336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Great news for Downey. We’re getting our own Costco ! What a 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42336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2336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8208" y="42336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5720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" y="4663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4690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5648" y="4690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52928" y="4690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Get ready for The Fun Box, the exciting new addition to our sh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690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4690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4690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POSTS · 2026-06-08 (9/11)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3C7E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88136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19385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938528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93852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93852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377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04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404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404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Exciting times in our local food venture! We're aiming to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404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404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2404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8346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8620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28620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8620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Exciting times in our local food venture! We're aiming to 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8620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8620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8208" y="28620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2918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3192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3192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3192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Get ready for an exciting new addition at Stonewood Mall! Roun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3319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3192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8208" y="33192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6576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" y="3749039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7764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7764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37764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Get ready, Downey! Mama Lu's, a beloved Asian restaurant, is 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7764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37764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8208" y="37764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42062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233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" y="42336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2928" y="42336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We can’t wait ! Round One coming Downey !!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42336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2336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8208" y="42336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5720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" y="4663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4690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5648" y="4690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52928" y="4690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La Chula Mexican food is getting some new neighbors! A Tacos 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690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4690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4690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POSTS · 2026-06-08 (10/11)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3C7E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88136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19385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938528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93852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93852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377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04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404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404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This new Korean barbecue spot in Downey is so popular, there's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404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404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2404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8346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8620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28620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8620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Right next to Porto's, Downey Gateway offers an incredible arr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8620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8620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8208" y="28620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2918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3192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3192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3192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3319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3192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8208" y="33192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6576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" y="3749039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7764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7764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37764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As we mentioned, great new additions to our Downtown. Mama Lu’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7764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37764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8208" y="37764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42062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233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" y="42336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2928" y="42336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A new pho restaurant called GYU Pho has opened at Downey Gatew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42336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2336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8208" y="42336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5720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" y="4663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4690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5648" y="4690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52928" y="4690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Downey is experiencing a surge of new Asian-style restaurants.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690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4690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4690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POSTS · 2026-06-08 (11/11)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3C7E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88136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19385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938528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93852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93852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193852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377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04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404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404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FIFA is a huge money-maker, and while local communities might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404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404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2404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8346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8620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28620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8620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Get ready for some soccer action! The city of Downey is hostin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8620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8620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8208" y="28620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2918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3192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3192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3192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The World Cup is a massive moneymaker for FIFA, projected to 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3319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3192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8208" y="33192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6576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" y="3749039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7764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7764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37764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I recently learned about the excessive security demands for FI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7764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37764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8208" y="37764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42062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233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" y="42336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2928" y="42336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Major events often promise economic boosts, but the reality 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42336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2336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8208" y="42336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57200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" y="4663440"/>
            <a:ext cx="685800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4690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F6F5"/>
                </a:solidFill>
                <a:latin typeface="Helvetica Neue"/>
              </a:rPr>
              <a:t>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5648" y="469087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52928" y="4690872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Debating whether to rock the city seal jacket on a bike ride.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6908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0  → 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4690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469087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082"/>
                </a:solidFill>
                <a:latin typeface="Helvetica Neue"/>
              </a:rPr>
              <a:t>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WORK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CF6F5"/>
                </a:solidFill>
                <a:latin typeface="Georgia"/>
              </a:rPr>
              <a:t>Episodes published this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90011"/>
                </a:solidFill>
                <a:latin typeface="Georgia"/>
              </a:rPr>
              <a:t>2026-06-08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057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CF6F5"/>
                </a:solidFill>
                <a:latin typeface="Helvetica Neue"/>
              </a:rPr>
              <a:t>Setting the Record Straight: I Was Forced to Respond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10698480" cy="1828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